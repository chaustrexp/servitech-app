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4"/>
  </p:sldMasterIdLst>
  <p:notesMasterIdLst>
    <p:notesMasterId r:id="rId38"/>
  </p:notesMasterIdLst>
  <p:handoutMasterIdLst>
    <p:handoutMasterId r:id="rId39"/>
  </p:handoutMasterIdLst>
  <p:sldIdLst>
    <p:sldId id="546" r:id="rId5"/>
    <p:sldId id="576" r:id="rId6"/>
    <p:sldId id="541" r:id="rId7"/>
    <p:sldId id="547" r:id="rId8"/>
    <p:sldId id="553" r:id="rId9"/>
    <p:sldId id="554" r:id="rId10"/>
    <p:sldId id="551" r:id="rId11"/>
    <p:sldId id="560" r:id="rId12"/>
    <p:sldId id="561" r:id="rId13"/>
    <p:sldId id="562" r:id="rId14"/>
    <p:sldId id="563" r:id="rId15"/>
    <p:sldId id="569" r:id="rId16"/>
    <p:sldId id="552" r:id="rId17"/>
    <p:sldId id="565" r:id="rId18"/>
    <p:sldId id="564" r:id="rId19"/>
    <p:sldId id="568" r:id="rId20"/>
    <p:sldId id="567" r:id="rId21"/>
    <p:sldId id="566" r:id="rId22"/>
    <p:sldId id="571" r:id="rId23"/>
    <p:sldId id="584" r:id="rId24"/>
    <p:sldId id="573" r:id="rId25"/>
    <p:sldId id="578" r:id="rId26"/>
    <p:sldId id="579" r:id="rId27"/>
    <p:sldId id="574" r:id="rId28"/>
    <p:sldId id="575" r:id="rId29"/>
    <p:sldId id="580" r:id="rId30"/>
    <p:sldId id="581" r:id="rId31"/>
    <p:sldId id="582" r:id="rId32"/>
    <p:sldId id="572" r:id="rId33"/>
    <p:sldId id="585" r:id="rId34"/>
    <p:sldId id="587" r:id="rId35"/>
    <p:sldId id="586" r:id="rId36"/>
    <p:sldId id="53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  <p15:guide id="4" pos="438" userDrawn="1">
          <p15:clr>
            <a:srgbClr val="A4A3A4"/>
          </p15:clr>
        </p15:guide>
        <p15:guide id="5" orient="horz" pos="2387" userDrawn="1">
          <p15:clr>
            <a:srgbClr val="A4A3A4"/>
          </p15:clr>
        </p15:guide>
        <p15:guide id="6" orient="horz" pos="2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A00"/>
    <a:srgbClr val="343433"/>
    <a:srgbClr val="4D4D4C"/>
    <a:srgbClr val="FF6C00"/>
    <a:srgbClr val="766363"/>
    <a:srgbClr val="FFF5EA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BAF31E-EE13-466F-977E-C6F5CDE1C1F6}" v="13" dt="2026-03-24T12:28:45.4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32" autoAdjust="0"/>
    <p:restoredTop sz="97242"/>
  </p:normalViewPr>
  <p:slideViewPr>
    <p:cSldViewPr snapToGrid="0">
      <p:cViewPr>
        <p:scale>
          <a:sx n="50" d="100"/>
          <a:sy n="50" d="100"/>
        </p:scale>
        <p:origin x="-77" y="701"/>
      </p:cViewPr>
      <p:guideLst>
        <p:guide orient="horz" pos="595"/>
        <p:guide pos="3840"/>
        <p:guide orient="horz" pos="187"/>
        <p:guide pos="438"/>
        <p:guide orient="horz" pos="2387"/>
        <p:guide orient="horz" pos="2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rgeliz villamarin" userId="d5dfa97ab620278d" providerId="LiveId" clId="{9FDE828B-2B84-41D9-9284-606D7C9D7A28}"/>
    <pc:docChg chg="undo custSel addSld delSld modSld">
      <pc:chgData name="yorgeliz villamarin" userId="d5dfa97ab620278d" providerId="LiveId" clId="{9FDE828B-2B84-41D9-9284-606D7C9D7A28}" dt="2026-03-23T02:55:06.309" v="264" actId="207"/>
      <pc:docMkLst>
        <pc:docMk/>
      </pc:docMkLst>
      <pc:sldChg chg="modSp mod">
        <pc:chgData name="yorgeliz villamarin" userId="d5dfa97ab620278d" providerId="LiveId" clId="{9FDE828B-2B84-41D9-9284-606D7C9D7A28}" dt="2026-03-23T02:49:06.800" v="204" actId="255"/>
        <pc:sldMkLst>
          <pc:docMk/>
          <pc:sldMk cId="1129184617" sldId="541"/>
        </pc:sldMkLst>
        <pc:spChg chg="mod">
          <ac:chgData name="yorgeliz villamarin" userId="d5dfa97ab620278d" providerId="LiveId" clId="{9FDE828B-2B84-41D9-9284-606D7C9D7A28}" dt="2026-03-23T02:49:06.800" v="204" actId="255"/>
          <ac:spMkLst>
            <pc:docMk/>
            <pc:sldMk cId="1129184617" sldId="541"/>
            <ac:spMk id="2" creationId="{823B1C06-37EF-DD4D-6346-63D87E626D2A}"/>
          </ac:spMkLst>
        </pc:spChg>
      </pc:sldChg>
      <pc:sldChg chg="addSp delSp modSp mod">
        <pc:chgData name="yorgeliz villamarin" userId="d5dfa97ab620278d" providerId="LiveId" clId="{9FDE828B-2B84-41D9-9284-606D7C9D7A28}" dt="2026-03-23T02:25:51.476" v="116" actId="1076"/>
        <pc:sldMkLst>
          <pc:docMk/>
          <pc:sldMk cId="2392519875" sldId="546"/>
        </pc:sldMkLst>
        <pc:spChg chg="mod">
          <ac:chgData name="yorgeliz villamarin" userId="d5dfa97ab620278d" providerId="LiveId" clId="{9FDE828B-2B84-41D9-9284-606D7C9D7A28}" dt="2026-03-23T02:25:51.476" v="116" actId="1076"/>
          <ac:spMkLst>
            <pc:docMk/>
            <pc:sldMk cId="2392519875" sldId="546"/>
            <ac:spMk id="3" creationId="{B987C6FB-ED7A-C800-3106-794BD5B48768}"/>
          </ac:spMkLst>
        </pc:spChg>
        <pc:spChg chg="del mod">
          <ac:chgData name="yorgeliz villamarin" userId="d5dfa97ab620278d" providerId="LiveId" clId="{9FDE828B-2B84-41D9-9284-606D7C9D7A28}" dt="2026-03-23T02:24:03.180" v="112" actId="478"/>
          <ac:spMkLst>
            <pc:docMk/>
            <pc:sldMk cId="2392519875" sldId="546"/>
            <ac:spMk id="5" creationId="{9FB70E1C-92B1-1A9F-AE91-CA62AA06ED27}"/>
          </ac:spMkLst>
        </pc:spChg>
        <pc:spChg chg="add del mod">
          <ac:chgData name="yorgeliz villamarin" userId="d5dfa97ab620278d" providerId="LiveId" clId="{9FDE828B-2B84-41D9-9284-606D7C9D7A28}" dt="2026-03-23T02:24:06.569" v="113" actId="478"/>
          <ac:spMkLst>
            <pc:docMk/>
            <pc:sldMk cId="2392519875" sldId="546"/>
            <ac:spMk id="7" creationId="{BA3FD761-BBCB-611C-1EE9-2310411C4B5E}"/>
          </ac:spMkLst>
        </pc:spChg>
      </pc:sldChg>
      <pc:sldChg chg="modSp mod">
        <pc:chgData name="yorgeliz villamarin" userId="d5dfa97ab620278d" providerId="LiveId" clId="{9FDE828B-2B84-41D9-9284-606D7C9D7A28}" dt="2026-03-23T02:30:54.549" v="144" actId="2711"/>
        <pc:sldMkLst>
          <pc:docMk/>
          <pc:sldMk cId="4241567485" sldId="547"/>
        </pc:sldMkLst>
        <pc:spChg chg="mod">
          <ac:chgData name="yorgeliz villamarin" userId="d5dfa97ab620278d" providerId="LiveId" clId="{9FDE828B-2B84-41D9-9284-606D7C9D7A28}" dt="2026-03-23T02:30:54.549" v="144" actId="2711"/>
          <ac:spMkLst>
            <pc:docMk/>
            <pc:sldMk cId="4241567485" sldId="547"/>
            <ac:spMk id="4" creationId="{B2728B2B-33C3-6671-7E02-833B55838602}"/>
          </ac:spMkLst>
        </pc:spChg>
        <pc:spChg chg="mod">
          <ac:chgData name="yorgeliz villamarin" userId="d5dfa97ab620278d" providerId="LiveId" clId="{9FDE828B-2B84-41D9-9284-606D7C9D7A28}" dt="2026-03-23T02:30:54.549" v="144" actId="2711"/>
          <ac:spMkLst>
            <pc:docMk/>
            <pc:sldMk cId="4241567485" sldId="547"/>
            <ac:spMk id="5" creationId="{CFBB4867-D016-FA48-A213-F2853DE7F49F}"/>
          </ac:spMkLst>
        </pc:spChg>
      </pc:sldChg>
      <pc:sldChg chg="del">
        <pc:chgData name="yorgeliz villamarin" userId="d5dfa97ab620278d" providerId="LiveId" clId="{9FDE828B-2B84-41D9-9284-606D7C9D7A28}" dt="2026-03-23T02:46:40.441" v="190" actId="47"/>
        <pc:sldMkLst>
          <pc:docMk/>
          <pc:sldMk cId="2794802032" sldId="548"/>
        </pc:sldMkLst>
      </pc:sldChg>
      <pc:sldChg chg="modSp mod">
        <pc:chgData name="yorgeliz villamarin" userId="d5dfa97ab620278d" providerId="LiveId" clId="{9FDE828B-2B84-41D9-9284-606D7C9D7A28}" dt="2026-03-23T02:33:39.628" v="173" actId="20577"/>
        <pc:sldMkLst>
          <pc:docMk/>
          <pc:sldMk cId="877372674" sldId="553"/>
        </pc:sldMkLst>
        <pc:spChg chg="mod">
          <ac:chgData name="yorgeliz villamarin" userId="d5dfa97ab620278d" providerId="LiveId" clId="{9FDE828B-2B84-41D9-9284-606D7C9D7A28}" dt="2026-03-23T02:31:16.104" v="145" actId="2711"/>
          <ac:spMkLst>
            <pc:docMk/>
            <pc:sldMk cId="877372674" sldId="553"/>
            <ac:spMk id="4" creationId="{33360485-6D94-1CD5-03CC-9E7A1EC17FC8}"/>
          </ac:spMkLst>
        </pc:spChg>
        <pc:spChg chg="mod">
          <ac:chgData name="yorgeliz villamarin" userId="d5dfa97ab620278d" providerId="LiveId" clId="{9FDE828B-2B84-41D9-9284-606D7C9D7A28}" dt="2026-03-23T02:33:39.628" v="173" actId="20577"/>
          <ac:spMkLst>
            <pc:docMk/>
            <pc:sldMk cId="877372674" sldId="553"/>
            <ac:spMk id="5" creationId="{C6D02269-0316-E6C9-C95F-BB5BE9054D41}"/>
          </ac:spMkLst>
        </pc:spChg>
      </pc:sldChg>
      <pc:sldChg chg="modSp mod">
        <pc:chgData name="yorgeliz villamarin" userId="d5dfa97ab620278d" providerId="LiveId" clId="{9FDE828B-2B84-41D9-9284-606D7C9D7A28}" dt="2026-03-23T02:31:52.710" v="149" actId="2711"/>
        <pc:sldMkLst>
          <pc:docMk/>
          <pc:sldMk cId="2654526861" sldId="554"/>
        </pc:sldMkLst>
        <pc:spChg chg="mod">
          <ac:chgData name="yorgeliz villamarin" userId="d5dfa97ab620278d" providerId="LiveId" clId="{9FDE828B-2B84-41D9-9284-606D7C9D7A28}" dt="2026-03-23T02:31:52.710" v="149" actId="2711"/>
          <ac:spMkLst>
            <pc:docMk/>
            <pc:sldMk cId="2654526861" sldId="554"/>
            <ac:spMk id="2" creationId="{1D59E5C6-ED7C-4A38-CF86-FDF0AE25E115}"/>
          </ac:spMkLst>
        </pc:spChg>
        <pc:spChg chg="mod">
          <ac:chgData name="yorgeliz villamarin" userId="d5dfa97ab620278d" providerId="LiveId" clId="{9FDE828B-2B84-41D9-9284-606D7C9D7A28}" dt="2026-03-23T02:31:52.710" v="149" actId="2711"/>
          <ac:spMkLst>
            <pc:docMk/>
            <pc:sldMk cId="2654526861" sldId="554"/>
            <ac:spMk id="3" creationId="{99CF9290-5EB1-14C3-EEDC-049ACFE5EB3A}"/>
          </ac:spMkLst>
        </pc:spChg>
      </pc:sldChg>
      <pc:sldChg chg="addSp delSp modSp del mod">
        <pc:chgData name="yorgeliz villamarin" userId="d5dfa97ab620278d" providerId="LiveId" clId="{9FDE828B-2B84-41D9-9284-606D7C9D7A28}" dt="2026-03-23T02:49:57.346" v="209" actId="2696"/>
        <pc:sldMkLst>
          <pc:docMk/>
          <pc:sldMk cId="1595797510" sldId="556"/>
        </pc:sldMkLst>
        <pc:spChg chg="del mod">
          <ac:chgData name="yorgeliz villamarin" userId="d5dfa97ab620278d" providerId="LiveId" clId="{9FDE828B-2B84-41D9-9284-606D7C9D7A28}" dt="2026-03-23T02:49:46.540" v="207" actId="478"/>
          <ac:spMkLst>
            <pc:docMk/>
            <pc:sldMk cId="1595797510" sldId="556"/>
            <ac:spMk id="2" creationId="{E4941F86-2C58-DDD5-9817-F768706DBE24}"/>
          </ac:spMkLst>
        </pc:spChg>
        <pc:spChg chg="del">
          <ac:chgData name="yorgeliz villamarin" userId="d5dfa97ab620278d" providerId="LiveId" clId="{9FDE828B-2B84-41D9-9284-606D7C9D7A28}" dt="2026-03-23T01:55:15.769" v="37"/>
          <ac:spMkLst>
            <pc:docMk/>
            <pc:sldMk cId="1595797510" sldId="556"/>
            <ac:spMk id="3" creationId="{A73777BD-4A0A-485D-7122-0C5147BCB2E9}"/>
          </ac:spMkLst>
        </pc:spChg>
        <pc:spChg chg="add del mod">
          <ac:chgData name="yorgeliz villamarin" userId="d5dfa97ab620278d" providerId="LiveId" clId="{9FDE828B-2B84-41D9-9284-606D7C9D7A28}" dt="2026-03-23T01:55:18.971" v="38"/>
          <ac:spMkLst>
            <pc:docMk/>
            <pc:sldMk cId="1595797510" sldId="556"/>
            <ac:spMk id="4" creationId="{3624853E-4FCF-BD03-2339-1722C3559824}"/>
          </ac:spMkLst>
        </pc:spChg>
        <pc:spChg chg="add mod">
          <ac:chgData name="yorgeliz villamarin" userId="d5dfa97ab620278d" providerId="LiveId" clId="{9FDE828B-2B84-41D9-9284-606D7C9D7A28}" dt="2026-03-23T02:49:46.540" v="207" actId="478"/>
          <ac:spMkLst>
            <pc:docMk/>
            <pc:sldMk cId="1595797510" sldId="556"/>
            <ac:spMk id="7" creationId="{5CBE9CB6-DAEE-F167-3CA4-4539B793A14B}"/>
          </ac:spMkLst>
        </pc:spChg>
        <pc:spChg chg="add mod">
          <ac:chgData name="yorgeliz villamarin" userId="d5dfa97ab620278d" providerId="LiveId" clId="{9FDE828B-2B84-41D9-9284-606D7C9D7A28}" dt="2026-03-23T02:49:50.351" v="208" actId="478"/>
          <ac:spMkLst>
            <pc:docMk/>
            <pc:sldMk cId="1595797510" sldId="556"/>
            <ac:spMk id="9" creationId="{E83C73AF-D5DD-96D8-18A0-D7AC234A173F}"/>
          </ac:spMkLst>
        </pc:spChg>
        <pc:picChg chg="add del mod">
          <ac:chgData name="yorgeliz villamarin" userId="d5dfa97ab620278d" providerId="LiveId" clId="{9FDE828B-2B84-41D9-9284-606D7C9D7A28}" dt="2026-03-23T02:49:50.351" v="208" actId="478"/>
          <ac:picMkLst>
            <pc:docMk/>
            <pc:sldMk cId="1595797510" sldId="556"/>
            <ac:picMk id="5" creationId="{5E52CE2D-6234-AE8F-BD7F-E757235186EE}"/>
          </ac:picMkLst>
        </pc:picChg>
      </pc:sldChg>
      <pc:sldChg chg="del">
        <pc:chgData name="yorgeliz villamarin" userId="d5dfa97ab620278d" providerId="LiveId" clId="{9FDE828B-2B84-41D9-9284-606D7C9D7A28}" dt="2026-03-23T02:46:05.863" v="186" actId="47"/>
        <pc:sldMkLst>
          <pc:docMk/>
          <pc:sldMk cId="1384901590" sldId="557"/>
        </pc:sldMkLst>
      </pc:sldChg>
      <pc:sldChg chg="del">
        <pc:chgData name="yorgeliz villamarin" userId="d5dfa97ab620278d" providerId="LiveId" clId="{9FDE828B-2B84-41D9-9284-606D7C9D7A28}" dt="2026-03-23T02:46:03.932" v="185" actId="47"/>
        <pc:sldMkLst>
          <pc:docMk/>
          <pc:sldMk cId="271148654" sldId="558"/>
        </pc:sldMkLst>
      </pc:sldChg>
      <pc:sldChg chg="del">
        <pc:chgData name="yorgeliz villamarin" userId="d5dfa97ab620278d" providerId="LiveId" clId="{9FDE828B-2B84-41D9-9284-606D7C9D7A28}" dt="2026-03-23T02:46:01.955" v="184" actId="47"/>
        <pc:sldMkLst>
          <pc:docMk/>
          <pc:sldMk cId="610945620" sldId="559"/>
        </pc:sldMkLst>
      </pc:sldChg>
      <pc:sldChg chg="modSp mod">
        <pc:chgData name="yorgeliz villamarin" userId="d5dfa97ab620278d" providerId="LiveId" clId="{9FDE828B-2B84-41D9-9284-606D7C9D7A28}" dt="2026-03-23T02:33:57.524" v="174" actId="2711"/>
        <pc:sldMkLst>
          <pc:docMk/>
          <pc:sldMk cId="417260071" sldId="560"/>
        </pc:sldMkLst>
        <pc:spChg chg="mod">
          <ac:chgData name="yorgeliz villamarin" userId="d5dfa97ab620278d" providerId="LiveId" clId="{9FDE828B-2B84-41D9-9284-606D7C9D7A28}" dt="2026-03-23T02:33:57.524" v="174" actId="2711"/>
          <ac:spMkLst>
            <pc:docMk/>
            <pc:sldMk cId="417260071" sldId="560"/>
            <ac:spMk id="5" creationId="{9E07CE19-52F4-86D7-BB90-D11FB0E36C64}"/>
          </ac:spMkLst>
        </pc:spChg>
      </pc:sldChg>
      <pc:sldChg chg="modSp mod">
        <pc:chgData name="yorgeliz villamarin" userId="d5dfa97ab620278d" providerId="LiveId" clId="{9FDE828B-2B84-41D9-9284-606D7C9D7A28}" dt="2026-03-23T02:52:05.841" v="231" actId="14100"/>
        <pc:sldMkLst>
          <pc:docMk/>
          <pc:sldMk cId="2535508856" sldId="564"/>
        </pc:sldMkLst>
        <pc:picChg chg="mod">
          <ac:chgData name="yorgeliz villamarin" userId="d5dfa97ab620278d" providerId="LiveId" clId="{9FDE828B-2B84-41D9-9284-606D7C9D7A28}" dt="2026-03-23T02:52:05.841" v="231" actId="14100"/>
          <ac:picMkLst>
            <pc:docMk/>
            <pc:sldMk cId="2535508856" sldId="564"/>
            <ac:picMk id="3" creationId="{57AC90F2-5B54-1E6A-09F6-F1BA042522AD}"/>
          </ac:picMkLst>
        </pc:picChg>
      </pc:sldChg>
      <pc:sldChg chg="delSp modSp mod">
        <pc:chgData name="yorgeliz villamarin" userId="d5dfa97ab620278d" providerId="LiveId" clId="{9FDE828B-2B84-41D9-9284-606D7C9D7A28}" dt="2026-03-23T02:51:55.962" v="228" actId="14100"/>
        <pc:sldMkLst>
          <pc:docMk/>
          <pc:sldMk cId="4141379487" sldId="568"/>
        </pc:sldMkLst>
        <pc:spChg chg="del mod">
          <ac:chgData name="yorgeliz villamarin" userId="d5dfa97ab620278d" providerId="LiveId" clId="{9FDE828B-2B84-41D9-9284-606D7C9D7A28}" dt="2026-03-23T02:47:01.962" v="192" actId="478"/>
          <ac:spMkLst>
            <pc:docMk/>
            <pc:sldMk cId="4141379487" sldId="568"/>
            <ac:spMk id="4" creationId="{BD46E304-0149-646E-23F4-3C1EAE0A9A6D}"/>
          </ac:spMkLst>
        </pc:spChg>
        <pc:picChg chg="mod">
          <ac:chgData name="yorgeliz villamarin" userId="d5dfa97ab620278d" providerId="LiveId" clId="{9FDE828B-2B84-41D9-9284-606D7C9D7A28}" dt="2026-03-23T02:51:55.962" v="228" actId="14100"/>
          <ac:picMkLst>
            <pc:docMk/>
            <pc:sldMk cId="4141379487" sldId="568"/>
            <ac:picMk id="7" creationId="{0DA5981F-4DF2-198E-0DEA-9768DF0A7714}"/>
          </ac:picMkLst>
        </pc:picChg>
      </pc:sldChg>
      <pc:sldChg chg="modSp mod">
        <pc:chgData name="yorgeliz villamarin" userId="d5dfa97ab620278d" providerId="LiveId" clId="{9FDE828B-2B84-41D9-9284-606D7C9D7A28}" dt="2026-03-23T02:48:53.574" v="203" actId="255"/>
        <pc:sldMkLst>
          <pc:docMk/>
          <pc:sldMk cId="2865736282" sldId="569"/>
        </pc:sldMkLst>
        <pc:spChg chg="mod">
          <ac:chgData name="yorgeliz villamarin" userId="d5dfa97ab620278d" providerId="LiveId" clId="{9FDE828B-2B84-41D9-9284-606D7C9D7A28}" dt="2026-03-23T02:48:53.574" v="203" actId="255"/>
          <ac:spMkLst>
            <pc:docMk/>
            <pc:sldMk cId="2865736282" sldId="569"/>
            <ac:spMk id="2" creationId="{307E4FDB-5AD1-A9BF-5730-646EE26A6CB5}"/>
          </ac:spMkLst>
        </pc:spChg>
      </pc:sldChg>
      <pc:sldChg chg="modSp mod">
        <pc:chgData name="yorgeliz villamarin" userId="d5dfa97ab620278d" providerId="LiveId" clId="{9FDE828B-2B84-41D9-9284-606D7C9D7A28}" dt="2026-03-23T02:42:39.991" v="179" actId="14100"/>
        <pc:sldMkLst>
          <pc:docMk/>
          <pc:sldMk cId="3806656510" sldId="570"/>
        </pc:sldMkLst>
        <pc:spChg chg="mod">
          <ac:chgData name="yorgeliz villamarin" userId="d5dfa97ab620278d" providerId="LiveId" clId="{9FDE828B-2B84-41D9-9284-606D7C9D7A28}" dt="2026-03-23T02:42:20.193" v="175" actId="20577"/>
          <ac:spMkLst>
            <pc:docMk/>
            <pc:sldMk cId="3806656510" sldId="570"/>
            <ac:spMk id="2" creationId="{ABBFCFFC-27D1-3878-66D1-D11223B4F129}"/>
          </ac:spMkLst>
        </pc:spChg>
        <pc:spChg chg="mod">
          <ac:chgData name="yorgeliz villamarin" userId="d5dfa97ab620278d" providerId="LiveId" clId="{9FDE828B-2B84-41D9-9284-606D7C9D7A28}" dt="2026-03-23T02:42:27.145" v="176" actId="20577"/>
          <ac:spMkLst>
            <pc:docMk/>
            <pc:sldMk cId="3806656510" sldId="570"/>
            <ac:spMk id="3" creationId="{C4698A37-855A-54A9-F1F4-9EF065BAC8C1}"/>
          </ac:spMkLst>
        </pc:spChg>
        <pc:spChg chg="mod">
          <ac:chgData name="yorgeliz villamarin" userId="d5dfa97ab620278d" providerId="LiveId" clId="{9FDE828B-2B84-41D9-9284-606D7C9D7A28}" dt="2026-03-23T02:42:39.991" v="179" actId="14100"/>
          <ac:spMkLst>
            <pc:docMk/>
            <pc:sldMk cId="3806656510" sldId="570"/>
            <ac:spMk id="6" creationId="{5B5416F8-E28B-5F4B-8DA7-EF28B00A5135}"/>
          </ac:spMkLst>
        </pc:spChg>
      </pc:sldChg>
      <pc:sldChg chg="modSp mod">
        <pc:chgData name="yorgeliz villamarin" userId="d5dfa97ab620278d" providerId="LiveId" clId="{9FDE828B-2B84-41D9-9284-606D7C9D7A28}" dt="2026-03-23T02:47:09.737" v="194" actId="113"/>
        <pc:sldMkLst>
          <pc:docMk/>
          <pc:sldMk cId="1570438341" sldId="571"/>
        </pc:sldMkLst>
        <pc:spChg chg="mod">
          <ac:chgData name="yorgeliz villamarin" userId="d5dfa97ab620278d" providerId="LiveId" clId="{9FDE828B-2B84-41D9-9284-606D7C9D7A28}" dt="2026-03-23T02:47:09.737" v="194" actId="113"/>
          <ac:spMkLst>
            <pc:docMk/>
            <pc:sldMk cId="1570438341" sldId="571"/>
            <ac:spMk id="4" creationId="{A6D50B21-E63A-3A57-9D30-7A4491D267AB}"/>
          </ac:spMkLst>
        </pc:spChg>
      </pc:sldChg>
      <pc:sldChg chg="modSp mod">
        <pc:chgData name="yorgeliz villamarin" userId="d5dfa97ab620278d" providerId="LiveId" clId="{9FDE828B-2B84-41D9-9284-606D7C9D7A28}" dt="2026-03-23T02:49:21.604" v="205" actId="255"/>
        <pc:sldMkLst>
          <pc:docMk/>
          <pc:sldMk cId="1294338938" sldId="572"/>
        </pc:sldMkLst>
        <pc:spChg chg="mod">
          <ac:chgData name="yorgeliz villamarin" userId="d5dfa97ab620278d" providerId="LiveId" clId="{9FDE828B-2B84-41D9-9284-606D7C9D7A28}" dt="2026-03-23T02:49:21.604" v="205" actId="255"/>
          <ac:spMkLst>
            <pc:docMk/>
            <pc:sldMk cId="1294338938" sldId="572"/>
            <ac:spMk id="2" creationId="{99228C67-3FE8-6FE4-9B42-3D138057A78F}"/>
          </ac:spMkLst>
        </pc:spChg>
      </pc:sldChg>
      <pc:sldChg chg="addSp delSp modSp mod">
        <pc:chgData name="yorgeliz villamarin" userId="d5dfa97ab620278d" providerId="LiveId" clId="{9FDE828B-2B84-41D9-9284-606D7C9D7A28}" dt="2026-03-23T01:51:15.066" v="25" actId="14100"/>
        <pc:sldMkLst>
          <pc:docMk/>
          <pc:sldMk cId="2141234905" sldId="573"/>
        </pc:sldMkLst>
        <pc:spChg chg="mod">
          <ac:chgData name="yorgeliz villamarin" userId="d5dfa97ab620278d" providerId="LiveId" clId="{9FDE828B-2B84-41D9-9284-606D7C9D7A28}" dt="2026-03-23T01:43:00.663" v="7" actId="20577"/>
          <ac:spMkLst>
            <pc:docMk/>
            <pc:sldMk cId="2141234905" sldId="573"/>
            <ac:spMk id="4" creationId="{137E52DC-14A5-3320-193D-B735F01006F3}"/>
          </ac:spMkLst>
        </pc:spChg>
        <pc:spChg chg="add del mod">
          <ac:chgData name="yorgeliz villamarin" userId="d5dfa97ab620278d" providerId="LiveId" clId="{9FDE828B-2B84-41D9-9284-606D7C9D7A28}" dt="2026-03-23T01:43:08.045" v="9" actId="478"/>
          <ac:spMkLst>
            <pc:docMk/>
            <pc:sldMk cId="2141234905" sldId="573"/>
            <ac:spMk id="5" creationId="{D85DFE83-D9F2-72C2-48FC-213EA6D79655}"/>
          </ac:spMkLst>
        </pc:spChg>
        <pc:spChg chg="add del mod">
          <ac:chgData name="yorgeliz villamarin" userId="d5dfa97ab620278d" providerId="LiveId" clId="{9FDE828B-2B84-41D9-9284-606D7C9D7A28}" dt="2026-03-23T01:43:11.103" v="10" actId="478"/>
          <ac:spMkLst>
            <pc:docMk/>
            <pc:sldMk cId="2141234905" sldId="573"/>
            <ac:spMk id="9" creationId="{CCCEFD5A-84B4-5BC3-1715-EF16F655A212}"/>
          </ac:spMkLst>
        </pc:spChg>
        <pc:picChg chg="del">
          <ac:chgData name="yorgeliz villamarin" userId="d5dfa97ab620278d" providerId="LiveId" clId="{9FDE828B-2B84-41D9-9284-606D7C9D7A28}" dt="2026-03-23T01:40:01.103" v="0" actId="478"/>
          <ac:picMkLst>
            <pc:docMk/>
            <pc:sldMk cId="2141234905" sldId="573"/>
            <ac:picMk id="3" creationId="{BA0D2591-4F23-E100-D06C-695041594DD5}"/>
          </ac:picMkLst>
        </pc:picChg>
        <pc:picChg chg="add mod modCrop">
          <ac:chgData name="yorgeliz villamarin" userId="d5dfa97ab620278d" providerId="LiveId" clId="{9FDE828B-2B84-41D9-9284-606D7C9D7A28}" dt="2026-03-23T01:51:15.066" v="25" actId="14100"/>
          <ac:picMkLst>
            <pc:docMk/>
            <pc:sldMk cId="2141234905" sldId="573"/>
            <ac:picMk id="7" creationId="{C51EDA7A-0485-B2F5-83D4-01F6D7F9C4A1}"/>
          </ac:picMkLst>
        </pc:picChg>
        <pc:picChg chg="add mod modCrop">
          <ac:chgData name="yorgeliz villamarin" userId="d5dfa97ab620278d" providerId="LiveId" clId="{9FDE828B-2B84-41D9-9284-606D7C9D7A28}" dt="2026-03-23T01:51:02.868" v="23" actId="732"/>
          <ac:picMkLst>
            <pc:docMk/>
            <pc:sldMk cId="2141234905" sldId="573"/>
            <ac:picMk id="11" creationId="{F1692533-2E8D-A7F6-6BCD-FF25844FCF3B}"/>
          </ac:picMkLst>
        </pc:picChg>
      </pc:sldChg>
      <pc:sldChg chg="addSp delSp modSp add mod">
        <pc:chgData name="yorgeliz villamarin" userId="d5dfa97ab620278d" providerId="LiveId" clId="{9FDE828B-2B84-41D9-9284-606D7C9D7A28}" dt="2026-03-23T01:57:13.932" v="76" actId="1076"/>
        <pc:sldMkLst>
          <pc:docMk/>
          <pc:sldMk cId="1828188834" sldId="574"/>
        </pc:sldMkLst>
        <pc:spChg chg="add">
          <ac:chgData name="yorgeliz villamarin" userId="d5dfa97ab620278d" providerId="LiveId" clId="{9FDE828B-2B84-41D9-9284-606D7C9D7A28}" dt="2026-03-23T01:56:37.473" v="68"/>
          <ac:spMkLst>
            <pc:docMk/>
            <pc:sldMk cId="1828188834" sldId="574"/>
            <ac:spMk id="2" creationId="{51606416-BE4A-12CF-9CF0-C280546A7B70}"/>
          </ac:spMkLst>
        </pc:spChg>
        <pc:spChg chg="mod">
          <ac:chgData name="yorgeliz villamarin" userId="d5dfa97ab620278d" providerId="LiveId" clId="{9FDE828B-2B84-41D9-9284-606D7C9D7A28}" dt="2026-03-23T01:56:19.873" v="65" actId="20577"/>
          <ac:spMkLst>
            <pc:docMk/>
            <pc:sldMk cId="1828188834" sldId="574"/>
            <ac:spMk id="4" creationId="{24FE1B09-3100-C3D5-17F8-7E41D7E83B06}"/>
          </ac:spMkLst>
        </pc:spChg>
        <pc:picChg chg="add mod">
          <ac:chgData name="yorgeliz villamarin" userId="d5dfa97ab620278d" providerId="LiveId" clId="{9FDE828B-2B84-41D9-9284-606D7C9D7A28}" dt="2026-03-23T01:57:13.932" v="76" actId="1076"/>
          <ac:picMkLst>
            <pc:docMk/>
            <pc:sldMk cId="1828188834" sldId="574"/>
            <ac:picMk id="3" creationId="{F8BEDA05-2798-852D-C94A-63A10A845FCB}"/>
          </ac:picMkLst>
        </pc:picChg>
        <pc:picChg chg="del">
          <ac:chgData name="yorgeliz villamarin" userId="d5dfa97ab620278d" providerId="LiveId" clId="{9FDE828B-2B84-41D9-9284-606D7C9D7A28}" dt="2026-03-23T01:56:21.684" v="66" actId="478"/>
          <ac:picMkLst>
            <pc:docMk/>
            <pc:sldMk cId="1828188834" sldId="574"/>
            <ac:picMk id="7" creationId="{F17896FC-664F-7D0E-515D-D245148E56C0}"/>
          </ac:picMkLst>
        </pc:picChg>
        <pc:picChg chg="del">
          <ac:chgData name="yorgeliz villamarin" userId="d5dfa97ab620278d" providerId="LiveId" clId="{9FDE828B-2B84-41D9-9284-606D7C9D7A28}" dt="2026-03-23T01:56:23.318" v="67" actId="478"/>
          <ac:picMkLst>
            <pc:docMk/>
            <pc:sldMk cId="1828188834" sldId="574"/>
            <ac:picMk id="11" creationId="{E10D2F00-6568-8605-7B76-4AB6F10BD6E7}"/>
          </ac:picMkLst>
        </pc:picChg>
      </pc:sldChg>
      <pc:sldChg chg="addSp delSp modSp add del mod">
        <pc:chgData name="yorgeliz villamarin" userId="d5dfa97ab620278d" providerId="LiveId" clId="{9FDE828B-2B84-41D9-9284-606D7C9D7A28}" dt="2026-03-23T01:55:51.623" v="44" actId="2890"/>
        <pc:sldMkLst>
          <pc:docMk/>
          <pc:sldMk cId="456756608" sldId="575"/>
        </pc:sldMkLst>
        <pc:spChg chg="mod">
          <ac:chgData name="yorgeliz villamarin" userId="d5dfa97ab620278d" providerId="LiveId" clId="{9FDE828B-2B84-41D9-9284-606D7C9D7A28}" dt="2026-03-23T01:55:49.975" v="43" actId="20577"/>
          <ac:spMkLst>
            <pc:docMk/>
            <pc:sldMk cId="456756608" sldId="575"/>
            <ac:spMk id="2" creationId="{4556B219-BF69-5A99-06F9-72F9535999F2}"/>
          </ac:spMkLst>
        </pc:spChg>
        <pc:spChg chg="add del mod">
          <ac:chgData name="yorgeliz villamarin" userId="d5dfa97ab620278d" providerId="LiveId" clId="{9FDE828B-2B84-41D9-9284-606D7C9D7A28}" dt="2026-03-23T01:55:49.141" v="42" actId="478"/>
          <ac:spMkLst>
            <pc:docMk/>
            <pc:sldMk cId="456756608" sldId="575"/>
            <ac:spMk id="4" creationId="{24042B72-29B5-B853-9AD4-E60BDF25B9A8}"/>
          </ac:spMkLst>
        </pc:spChg>
        <pc:picChg chg="add del">
          <ac:chgData name="yorgeliz villamarin" userId="d5dfa97ab620278d" providerId="LiveId" clId="{9FDE828B-2B84-41D9-9284-606D7C9D7A28}" dt="2026-03-23T01:55:49.141" v="42" actId="478"/>
          <ac:picMkLst>
            <pc:docMk/>
            <pc:sldMk cId="456756608" sldId="575"/>
            <ac:picMk id="5" creationId="{5409ED6A-6CB9-5852-5ACB-E50A919BE12B}"/>
          </ac:picMkLst>
        </pc:picChg>
      </pc:sldChg>
      <pc:sldChg chg="addSp delSp modSp add mod">
        <pc:chgData name="yorgeliz villamarin" userId="d5dfa97ab620278d" providerId="LiveId" clId="{9FDE828B-2B84-41D9-9284-606D7C9D7A28}" dt="2026-03-23T02:04:03.797" v="100" actId="478"/>
        <pc:sldMkLst>
          <pc:docMk/>
          <pc:sldMk cId="1500907597" sldId="575"/>
        </pc:sldMkLst>
        <pc:spChg chg="add">
          <ac:chgData name="yorgeliz villamarin" userId="d5dfa97ab620278d" providerId="LiveId" clId="{9FDE828B-2B84-41D9-9284-606D7C9D7A28}" dt="2026-03-23T02:03:27.525" v="92"/>
          <ac:spMkLst>
            <pc:docMk/>
            <pc:sldMk cId="1500907597" sldId="575"/>
            <ac:spMk id="2" creationId="{08441910-2296-A4B2-8A95-BCD2202B6BA1}"/>
          </ac:spMkLst>
        </pc:spChg>
        <pc:spChg chg="del mod">
          <ac:chgData name="yorgeliz villamarin" userId="d5dfa97ab620278d" providerId="LiveId" clId="{9FDE828B-2B84-41D9-9284-606D7C9D7A28}" dt="2026-03-23T02:04:03.797" v="100" actId="478"/>
          <ac:spMkLst>
            <pc:docMk/>
            <pc:sldMk cId="1500907597" sldId="575"/>
            <ac:spMk id="4" creationId="{C1EAD7AC-DC3B-5DB5-F7A7-639B9615127C}"/>
          </ac:spMkLst>
        </pc:spChg>
        <pc:picChg chg="add mod">
          <ac:chgData name="yorgeliz villamarin" userId="d5dfa97ab620278d" providerId="LiveId" clId="{9FDE828B-2B84-41D9-9284-606D7C9D7A28}" dt="2026-03-23T02:03:59.046" v="99" actId="1076"/>
          <ac:picMkLst>
            <pc:docMk/>
            <pc:sldMk cId="1500907597" sldId="575"/>
            <ac:picMk id="3" creationId="{9B778960-B841-6A6C-B958-8A4EE5232155}"/>
          </ac:picMkLst>
        </pc:picChg>
        <pc:picChg chg="del">
          <ac:chgData name="yorgeliz villamarin" userId="d5dfa97ab620278d" providerId="LiveId" clId="{9FDE828B-2B84-41D9-9284-606D7C9D7A28}" dt="2026-03-23T01:59:26.310" v="90" actId="478"/>
          <ac:picMkLst>
            <pc:docMk/>
            <pc:sldMk cId="1500907597" sldId="575"/>
            <ac:picMk id="7" creationId="{26D41DC1-4EA8-93FE-B3D8-D1067A851EF4}"/>
          </ac:picMkLst>
        </pc:picChg>
        <pc:picChg chg="del">
          <ac:chgData name="yorgeliz villamarin" userId="d5dfa97ab620278d" providerId="LiveId" clId="{9FDE828B-2B84-41D9-9284-606D7C9D7A28}" dt="2026-03-23T01:59:27.994" v="91" actId="478"/>
          <ac:picMkLst>
            <pc:docMk/>
            <pc:sldMk cId="1500907597" sldId="575"/>
            <ac:picMk id="11" creationId="{03DA0E52-64C0-5260-0902-84571FAF385D}"/>
          </ac:picMkLst>
        </pc:picChg>
      </pc:sldChg>
      <pc:sldChg chg="addSp delSp modSp add mod">
        <pc:chgData name="yorgeliz villamarin" userId="d5dfa97ab620278d" providerId="LiveId" clId="{9FDE828B-2B84-41D9-9284-606D7C9D7A28}" dt="2026-03-23T02:55:06.309" v="264" actId="207"/>
        <pc:sldMkLst>
          <pc:docMk/>
          <pc:sldMk cId="2942661827" sldId="576"/>
        </pc:sldMkLst>
        <pc:spChg chg="mod">
          <ac:chgData name="yorgeliz villamarin" userId="d5dfa97ab620278d" providerId="LiveId" clId="{9FDE828B-2B84-41D9-9284-606D7C9D7A28}" dt="2026-03-23T02:28:08.327" v="139" actId="14100"/>
          <ac:spMkLst>
            <pc:docMk/>
            <pc:sldMk cId="2942661827" sldId="576"/>
            <ac:spMk id="3" creationId="{D4571952-9476-413A-AE4B-F446664CFBDB}"/>
          </ac:spMkLst>
        </pc:spChg>
        <pc:spChg chg="del">
          <ac:chgData name="yorgeliz villamarin" userId="d5dfa97ab620278d" providerId="LiveId" clId="{9FDE828B-2B84-41D9-9284-606D7C9D7A28}" dt="2026-03-23T02:26:17.097" v="118" actId="478"/>
          <ac:spMkLst>
            <pc:docMk/>
            <pc:sldMk cId="2942661827" sldId="576"/>
            <ac:spMk id="5" creationId="{49D6ACAC-D739-9B6C-D83F-7EFFF1837045}"/>
          </ac:spMkLst>
        </pc:spChg>
        <pc:spChg chg="add del mod">
          <ac:chgData name="yorgeliz villamarin" userId="d5dfa97ab620278d" providerId="LiveId" clId="{9FDE828B-2B84-41D9-9284-606D7C9D7A28}" dt="2026-03-23T02:53:13.711" v="234" actId="478"/>
          <ac:spMkLst>
            <pc:docMk/>
            <pc:sldMk cId="2942661827" sldId="576"/>
            <ac:spMk id="6" creationId="{DDDA8CC2-EDEB-4734-65A1-37612ECC17E5}"/>
          </ac:spMkLst>
        </pc:spChg>
        <pc:spChg chg="add del mod">
          <ac:chgData name="yorgeliz villamarin" userId="d5dfa97ab620278d" providerId="LiveId" clId="{9FDE828B-2B84-41D9-9284-606D7C9D7A28}" dt="2026-03-23T02:26:22.242" v="119" actId="478"/>
          <ac:spMkLst>
            <pc:docMk/>
            <pc:sldMk cId="2942661827" sldId="576"/>
            <ac:spMk id="8" creationId="{8C37AB71-8AC0-947C-B3CB-5C12EACC27B8}"/>
          </ac:spMkLst>
        </pc:spChg>
        <pc:spChg chg="add mod">
          <ac:chgData name="yorgeliz villamarin" userId="d5dfa97ab620278d" providerId="LiveId" clId="{9FDE828B-2B84-41D9-9284-606D7C9D7A28}" dt="2026-03-23T02:53:45.106" v="238" actId="255"/>
          <ac:spMkLst>
            <pc:docMk/>
            <pc:sldMk cId="2942661827" sldId="576"/>
            <ac:spMk id="10" creationId="{0F58A4A6-62E9-7D09-B325-D08D053AF7DE}"/>
          </ac:spMkLst>
        </pc:spChg>
        <pc:spChg chg="add mod">
          <ac:chgData name="yorgeliz villamarin" userId="d5dfa97ab620278d" providerId="LiveId" clId="{9FDE828B-2B84-41D9-9284-606D7C9D7A28}" dt="2026-03-23T02:55:06.309" v="264" actId="207"/>
          <ac:spMkLst>
            <pc:docMk/>
            <pc:sldMk cId="2942661827" sldId="576"/>
            <ac:spMk id="11" creationId="{2A57A492-34B5-0EE7-DFCE-38EAC2479775}"/>
          </ac:spMkLst>
        </pc:spChg>
      </pc:sldChg>
      <pc:sldChg chg="delSp modSp add mod">
        <pc:chgData name="yorgeliz villamarin" userId="d5dfa97ab620278d" providerId="LiveId" clId="{9FDE828B-2B84-41D9-9284-606D7C9D7A28}" dt="2026-03-23T02:43:08.087" v="183" actId="478"/>
        <pc:sldMkLst>
          <pc:docMk/>
          <pc:sldMk cId="3517090663" sldId="577"/>
        </pc:sldMkLst>
        <pc:spChg chg="mod">
          <ac:chgData name="yorgeliz villamarin" userId="d5dfa97ab620278d" providerId="LiveId" clId="{9FDE828B-2B84-41D9-9284-606D7C9D7A28}" dt="2026-03-23T02:43:01.136" v="182" actId="14100"/>
          <ac:spMkLst>
            <pc:docMk/>
            <pc:sldMk cId="3517090663" sldId="577"/>
            <ac:spMk id="3" creationId="{B9510D15-11AE-B09C-0FC6-478DDB9C6DF9}"/>
          </ac:spMkLst>
        </pc:spChg>
        <pc:spChg chg="del mod">
          <ac:chgData name="yorgeliz villamarin" userId="d5dfa97ab620278d" providerId="LiveId" clId="{9FDE828B-2B84-41D9-9284-606D7C9D7A28}" dt="2026-03-23T02:43:08.087" v="183" actId="478"/>
          <ac:spMkLst>
            <pc:docMk/>
            <pc:sldMk cId="3517090663" sldId="577"/>
            <ac:spMk id="6" creationId="{2B9AE90A-0505-2197-E2AE-686A0A91FC23}"/>
          </ac:spMkLst>
        </pc:spChg>
      </pc:sldChg>
    </pc:docChg>
  </pc:docChgLst>
  <pc:docChgLst>
    <pc:chgData name="Jorge Palacio" userId="fa44e9895357931b" providerId="LiveId" clId="{FD0A1637-A404-45DA-9AF2-A82E96385F0A}"/>
    <pc:docChg chg="undo custSel addSld delSld modSld sldOrd">
      <pc:chgData name="Jorge Palacio" userId="fa44e9895357931b" providerId="LiveId" clId="{FD0A1637-A404-45DA-9AF2-A82E96385F0A}" dt="2026-03-24T12:30:10.193" v="315" actId="47"/>
      <pc:docMkLst>
        <pc:docMk/>
      </pc:docMkLst>
      <pc:sldChg chg="del">
        <pc:chgData name="Jorge Palacio" userId="fa44e9895357931b" providerId="LiveId" clId="{FD0A1637-A404-45DA-9AF2-A82E96385F0A}" dt="2026-03-24T08:51:04.124" v="0" actId="47"/>
        <pc:sldMkLst>
          <pc:docMk/>
          <pc:sldMk cId="458058105" sldId="536"/>
        </pc:sldMkLst>
      </pc:sldChg>
      <pc:sldChg chg="modSp mod">
        <pc:chgData name="Jorge Palacio" userId="fa44e9895357931b" providerId="LiveId" clId="{FD0A1637-A404-45DA-9AF2-A82E96385F0A}" dt="2026-03-24T12:20:42.601" v="164" actId="255"/>
        <pc:sldMkLst>
          <pc:docMk/>
          <pc:sldMk cId="1129184617" sldId="541"/>
        </pc:sldMkLst>
        <pc:spChg chg="mod">
          <ac:chgData name="Jorge Palacio" userId="fa44e9895357931b" providerId="LiveId" clId="{FD0A1637-A404-45DA-9AF2-A82E96385F0A}" dt="2026-03-24T12:20:42.601" v="164" actId="255"/>
          <ac:spMkLst>
            <pc:docMk/>
            <pc:sldMk cId="1129184617" sldId="541"/>
            <ac:spMk id="2" creationId="{823B1C06-37EF-DD4D-6346-63D87E626D2A}"/>
          </ac:spMkLst>
        </pc:spChg>
      </pc:sldChg>
      <pc:sldChg chg="del">
        <pc:chgData name="Jorge Palacio" userId="fa44e9895357931b" providerId="LiveId" clId="{FD0A1637-A404-45DA-9AF2-A82E96385F0A}" dt="2026-03-24T08:51:04.952" v="1" actId="47"/>
        <pc:sldMkLst>
          <pc:docMk/>
          <pc:sldMk cId="4183409528" sldId="549"/>
        </pc:sldMkLst>
      </pc:sldChg>
      <pc:sldChg chg="del">
        <pc:chgData name="Jorge Palacio" userId="fa44e9895357931b" providerId="LiveId" clId="{FD0A1637-A404-45DA-9AF2-A82E96385F0A}" dt="2026-03-24T12:30:10.193" v="315" actId="47"/>
        <pc:sldMkLst>
          <pc:docMk/>
          <pc:sldMk cId="2327754528" sldId="550"/>
        </pc:sldMkLst>
      </pc:sldChg>
      <pc:sldChg chg="addSp delSp modSp mod">
        <pc:chgData name="Jorge Palacio" userId="fa44e9895357931b" providerId="LiveId" clId="{FD0A1637-A404-45DA-9AF2-A82E96385F0A}" dt="2026-03-24T12:08:40.922" v="18" actId="14100"/>
        <pc:sldMkLst>
          <pc:docMk/>
          <pc:sldMk cId="3866156603" sldId="566"/>
        </pc:sldMkLst>
        <pc:spChg chg="add mod">
          <ac:chgData name="Jorge Palacio" userId="fa44e9895357931b" providerId="LiveId" clId="{FD0A1637-A404-45DA-9AF2-A82E96385F0A}" dt="2026-03-24T12:08:40.922" v="18" actId="14100"/>
          <ac:spMkLst>
            <pc:docMk/>
            <pc:sldMk cId="3866156603" sldId="566"/>
            <ac:spMk id="5" creationId="{E451151F-6ADB-5BC7-F569-8173C892C4FD}"/>
          </ac:spMkLst>
        </pc:spChg>
        <pc:picChg chg="del">
          <ac:chgData name="Jorge Palacio" userId="fa44e9895357931b" providerId="LiveId" clId="{FD0A1637-A404-45DA-9AF2-A82E96385F0A}" dt="2026-03-24T12:07:19.669" v="3" actId="478"/>
          <ac:picMkLst>
            <pc:docMk/>
            <pc:sldMk cId="3866156603" sldId="566"/>
            <ac:picMk id="3" creationId="{A00D6EA2-D953-E079-054F-8557CD6A725F}"/>
          </ac:picMkLst>
        </pc:picChg>
        <pc:picChg chg="add del mod">
          <ac:chgData name="Jorge Palacio" userId="fa44e9895357931b" providerId="LiveId" clId="{FD0A1637-A404-45DA-9AF2-A82E96385F0A}" dt="2026-03-24T12:07:40.525" v="11" actId="478"/>
          <ac:picMkLst>
            <pc:docMk/>
            <pc:sldMk cId="3866156603" sldId="566"/>
            <ac:picMk id="7" creationId="{C6CD52C9-11E1-9204-ED35-D8C910911153}"/>
          </ac:picMkLst>
        </pc:picChg>
        <pc:picChg chg="add mod">
          <ac:chgData name="Jorge Palacio" userId="fa44e9895357931b" providerId="LiveId" clId="{FD0A1637-A404-45DA-9AF2-A82E96385F0A}" dt="2026-03-24T12:08:10.057" v="15" actId="1076"/>
          <ac:picMkLst>
            <pc:docMk/>
            <pc:sldMk cId="3866156603" sldId="566"/>
            <ac:picMk id="9" creationId="{278E53AB-DD27-C83B-EEBD-B50183FF94BF}"/>
          </ac:picMkLst>
        </pc:picChg>
      </pc:sldChg>
      <pc:sldChg chg="addSp delSp modSp mod">
        <pc:chgData name="Jorge Palacio" userId="fa44e9895357931b" providerId="LiveId" clId="{FD0A1637-A404-45DA-9AF2-A82E96385F0A}" dt="2026-03-24T12:09:36.693" v="25" actId="1076"/>
        <pc:sldMkLst>
          <pc:docMk/>
          <pc:sldMk cId="1739394817" sldId="567"/>
        </pc:sldMkLst>
        <pc:spChg chg="add mod">
          <ac:chgData name="Jorge Palacio" userId="fa44e9895357931b" providerId="LiveId" clId="{FD0A1637-A404-45DA-9AF2-A82E96385F0A}" dt="2026-03-24T12:09:17.706" v="19" actId="478"/>
          <ac:spMkLst>
            <pc:docMk/>
            <pc:sldMk cId="1739394817" sldId="567"/>
            <ac:spMk id="5" creationId="{E6C15AEB-7B42-1FBE-55B1-FE18AB1B7DD8}"/>
          </ac:spMkLst>
        </pc:spChg>
        <pc:picChg chg="del">
          <ac:chgData name="Jorge Palacio" userId="fa44e9895357931b" providerId="LiveId" clId="{FD0A1637-A404-45DA-9AF2-A82E96385F0A}" dt="2026-03-24T12:09:17.706" v="19" actId="478"/>
          <ac:picMkLst>
            <pc:docMk/>
            <pc:sldMk cId="1739394817" sldId="567"/>
            <ac:picMk id="3" creationId="{6B475814-F322-9769-1C64-0CC6948AA866}"/>
          </ac:picMkLst>
        </pc:picChg>
        <pc:picChg chg="add mod">
          <ac:chgData name="Jorge Palacio" userId="fa44e9895357931b" providerId="LiveId" clId="{FD0A1637-A404-45DA-9AF2-A82E96385F0A}" dt="2026-03-24T12:09:36.693" v="25" actId="1076"/>
          <ac:picMkLst>
            <pc:docMk/>
            <pc:sldMk cId="1739394817" sldId="567"/>
            <ac:picMk id="7" creationId="{EC423850-6641-1842-15F6-7E7300D28ED0}"/>
          </ac:picMkLst>
        </pc:picChg>
      </pc:sldChg>
      <pc:sldChg chg="modSp mod">
        <pc:chgData name="Jorge Palacio" userId="fa44e9895357931b" providerId="LiveId" clId="{FD0A1637-A404-45DA-9AF2-A82E96385F0A}" dt="2026-03-24T12:20:29.708" v="163" actId="255"/>
        <pc:sldMkLst>
          <pc:docMk/>
          <pc:sldMk cId="2865736282" sldId="569"/>
        </pc:sldMkLst>
        <pc:spChg chg="mod">
          <ac:chgData name="Jorge Palacio" userId="fa44e9895357931b" providerId="LiveId" clId="{FD0A1637-A404-45DA-9AF2-A82E96385F0A}" dt="2026-03-24T12:20:29.708" v="163" actId="255"/>
          <ac:spMkLst>
            <pc:docMk/>
            <pc:sldMk cId="2865736282" sldId="569"/>
            <ac:spMk id="2" creationId="{307E4FDB-5AD1-A9BF-5730-646EE26A6CB5}"/>
          </ac:spMkLst>
        </pc:spChg>
      </pc:sldChg>
      <pc:sldChg chg="del">
        <pc:chgData name="Jorge Palacio" userId="fa44e9895357931b" providerId="LiveId" clId="{FD0A1637-A404-45DA-9AF2-A82E96385F0A}" dt="2026-03-24T08:51:07.203" v="2" actId="47"/>
        <pc:sldMkLst>
          <pc:docMk/>
          <pc:sldMk cId="3806656510" sldId="570"/>
        </pc:sldMkLst>
      </pc:sldChg>
      <pc:sldChg chg="modSp mod ord">
        <pc:chgData name="Jorge Palacio" userId="fa44e9895357931b" providerId="LiveId" clId="{FD0A1637-A404-45DA-9AF2-A82E96385F0A}" dt="2026-03-24T12:28:43.364" v="282" actId="20577"/>
        <pc:sldMkLst>
          <pc:docMk/>
          <pc:sldMk cId="1294338938" sldId="572"/>
        </pc:sldMkLst>
        <pc:spChg chg="mod">
          <ac:chgData name="Jorge Palacio" userId="fa44e9895357931b" providerId="LiveId" clId="{FD0A1637-A404-45DA-9AF2-A82E96385F0A}" dt="2026-03-24T12:28:43.364" v="282" actId="20577"/>
          <ac:spMkLst>
            <pc:docMk/>
            <pc:sldMk cId="1294338938" sldId="572"/>
            <ac:spMk id="2" creationId="{99228C67-3FE8-6FE4-9B42-3D138057A78F}"/>
          </ac:spMkLst>
        </pc:spChg>
      </pc:sldChg>
      <pc:sldChg chg="addSp delSp modSp mod">
        <pc:chgData name="Jorge Palacio" userId="fa44e9895357931b" providerId="LiveId" clId="{FD0A1637-A404-45DA-9AF2-A82E96385F0A}" dt="2026-03-24T12:13:19.760" v="48" actId="1076"/>
        <pc:sldMkLst>
          <pc:docMk/>
          <pc:sldMk cId="2141234905" sldId="573"/>
        </pc:sldMkLst>
        <pc:picChg chg="add mod">
          <ac:chgData name="Jorge Palacio" userId="fa44e9895357931b" providerId="LiveId" clId="{FD0A1637-A404-45DA-9AF2-A82E96385F0A}" dt="2026-03-24T12:13:17.616" v="47" actId="1076"/>
          <ac:picMkLst>
            <pc:docMk/>
            <pc:sldMk cId="2141234905" sldId="573"/>
            <ac:picMk id="2" creationId="{11439AC2-36B4-8B51-406C-6D748CDD0739}"/>
          </ac:picMkLst>
        </pc:picChg>
        <pc:picChg chg="add mod">
          <ac:chgData name="Jorge Palacio" userId="fa44e9895357931b" providerId="LiveId" clId="{FD0A1637-A404-45DA-9AF2-A82E96385F0A}" dt="2026-03-24T12:13:19.760" v="48" actId="1076"/>
          <ac:picMkLst>
            <pc:docMk/>
            <pc:sldMk cId="2141234905" sldId="573"/>
            <ac:picMk id="3" creationId="{83BC5226-3374-1E55-92B3-724DDA68F9DD}"/>
          </ac:picMkLst>
        </pc:picChg>
        <pc:picChg chg="del">
          <ac:chgData name="Jorge Palacio" userId="fa44e9895357931b" providerId="LiveId" clId="{FD0A1637-A404-45DA-9AF2-A82E96385F0A}" dt="2026-03-24T12:11:50.027" v="27" actId="478"/>
          <ac:picMkLst>
            <pc:docMk/>
            <pc:sldMk cId="2141234905" sldId="573"/>
            <ac:picMk id="7" creationId="{C51EDA7A-0485-B2F5-83D4-01F6D7F9C4A1}"/>
          </ac:picMkLst>
        </pc:picChg>
        <pc:picChg chg="del">
          <ac:chgData name="Jorge Palacio" userId="fa44e9895357931b" providerId="LiveId" clId="{FD0A1637-A404-45DA-9AF2-A82E96385F0A}" dt="2026-03-24T12:12:21.440" v="40" actId="478"/>
          <ac:picMkLst>
            <pc:docMk/>
            <pc:sldMk cId="2141234905" sldId="573"/>
            <ac:picMk id="11" creationId="{F1692533-2E8D-A7F6-6BCD-FF25844FCF3B}"/>
          </ac:picMkLst>
        </pc:picChg>
      </pc:sldChg>
      <pc:sldChg chg="del">
        <pc:chgData name="Jorge Palacio" userId="fa44e9895357931b" providerId="LiveId" clId="{FD0A1637-A404-45DA-9AF2-A82E96385F0A}" dt="2026-03-24T12:21:47.050" v="187" actId="47"/>
        <pc:sldMkLst>
          <pc:docMk/>
          <pc:sldMk cId="3517090663" sldId="577"/>
        </pc:sldMkLst>
      </pc:sldChg>
      <pc:sldChg chg="addSp delSp modSp add mod setBg">
        <pc:chgData name="Jorge Palacio" userId="fa44e9895357931b" providerId="LiveId" clId="{FD0A1637-A404-45DA-9AF2-A82E96385F0A}" dt="2026-03-24T12:14:25.428" v="65" actId="1076"/>
        <pc:sldMkLst>
          <pc:docMk/>
          <pc:sldMk cId="1491630308" sldId="578"/>
        </pc:sldMkLst>
        <pc:spChg chg="mod">
          <ac:chgData name="Jorge Palacio" userId="fa44e9895357931b" providerId="LiveId" clId="{FD0A1637-A404-45DA-9AF2-A82E96385F0A}" dt="2026-03-24T12:13:33.827" v="61" actId="20577"/>
          <ac:spMkLst>
            <pc:docMk/>
            <pc:sldMk cId="1491630308" sldId="578"/>
            <ac:spMk id="4" creationId="{EA41BED0-D1DD-6B1D-6472-8CB08A4E7B9F}"/>
          </ac:spMkLst>
        </pc:spChg>
        <pc:picChg chg="add mod">
          <ac:chgData name="Jorge Palacio" userId="fa44e9895357931b" providerId="LiveId" clId="{FD0A1637-A404-45DA-9AF2-A82E96385F0A}" dt="2026-03-24T12:14:25.428" v="65" actId="1076"/>
          <ac:picMkLst>
            <pc:docMk/>
            <pc:sldMk cId="1491630308" sldId="578"/>
            <ac:picMk id="3" creationId="{DE74F6EA-C6E4-4F87-5366-1E4CD2F12081}"/>
          </ac:picMkLst>
        </pc:picChg>
        <pc:picChg chg="del">
          <ac:chgData name="Jorge Palacio" userId="fa44e9895357931b" providerId="LiveId" clId="{FD0A1637-A404-45DA-9AF2-A82E96385F0A}" dt="2026-03-24T12:13:26.394" v="49" actId="478"/>
          <ac:picMkLst>
            <pc:docMk/>
            <pc:sldMk cId="1491630308" sldId="578"/>
            <ac:picMk id="7" creationId="{6F2B0755-1C1A-4CF1-76FD-D7C2ED249DC5}"/>
          </ac:picMkLst>
        </pc:picChg>
        <pc:picChg chg="del">
          <ac:chgData name="Jorge Palacio" userId="fa44e9895357931b" providerId="LiveId" clId="{FD0A1637-A404-45DA-9AF2-A82E96385F0A}" dt="2026-03-24T12:13:26.906" v="50" actId="478"/>
          <ac:picMkLst>
            <pc:docMk/>
            <pc:sldMk cId="1491630308" sldId="578"/>
            <ac:picMk id="11" creationId="{948038D7-29DE-B018-48BC-D2EE984CDED4}"/>
          </ac:picMkLst>
        </pc:picChg>
      </pc:sldChg>
      <pc:sldChg chg="addSp delSp modSp add mod">
        <pc:chgData name="Jorge Palacio" userId="fa44e9895357931b" providerId="LiveId" clId="{FD0A1637-A404-45DA-9AF2-A82E96385F0A}" dt="2026-03-24T12:15:41.980" v="70" actId="1076"/>
        <pc:sldMkLst>
          <pc:docMk/>
          <pc:sldMk cId="1726773891" sldId="579"/>
        </pc:sldMkLst>
        <pc:picChg chg="del">
          <ac:chgData name="Jorge Palacio" userId="fa44e9895357931b" providerId="LiveId" clId="{FD0A1637-A404-45DA-9AF2-A82E96385F0A}" dt="2026-03-24T12:15:37.993" v="69" actId="478"/>
          <ac:picMkLst>
            <pc:docMk/>
            <pc:sldMk cId="1726773891" sldId="579"/>
            <ac:picMk id="3" creationId="{4974FFFF-AFA2-C243-EDC0-058351B5D40D}"/>
          </ac:picMkLst>
        </pc:picChg>
        <pc:picChg chg="add mod">
          <ac:chgData name="Jorge Palacio" userId="fa44e9895357931b" providerId="LiveId" clId="{FD0A1637-A404-45DA-9AF2-A82E96385F0A}" dt="2026-03-24T12:15:41.980" v="70" actId="1076"/>
          <ac:picMkLst>
            <pc:docMk/>
            <pc:sldMk cId="1726773891" sldId="579"/>
            <ac:picMk id="5" creationId="{E1620D1C-71F0-273B-196D-47B17C62356C}"/>
          </ac:picMkLst>
        </pc:picChg>
      </pc:sldChg>
      <pc:sldChg chg="addSp delSp modSp add mod ord">
        <pc:chgData name="Jorge Palacio" userId="fa44e9895357931b" providerId="LiveId" clId="{FD0A1637-A404-45DA-9AF2-A82E96385F0A}" dt="2026-03-24T12:16:55.351" v="114" actId="14100"/>
        <pc:sldMkLst>
          <pc:docMk/>
          <pc:sldMk cId="3071840102" sldId="580"/>
        </pc:sldMkLst>
        <pc:spChg chg="mod">
          <ac:chgData name="Jorge Palacio" userId="fa44e9895357931b" providerId="LiveId" clId="{FD0A1637-A404-45DA-9AF2-A82E96385F0A}" dt="2026-03-24T12:16:29.944" v="107" actId="20577"/>
          <ac:spMkLst>
            <pc:docMk/>
            <pc:sldMk cId="3071840102" sldId="580"/>
            <ac:spMk id="4" creationId="{B1CB37E4-C826-C52C-D4A6-553D5646CBCF}"/>
          </ac:spMkLst>
        </pc:spChg>
        <pc:picChg chg="add mod">
          <ac:chgData name="Jorge Palacio" userId="fa44e9895357931b" providerId="LiveId" clId="{FD0A1637-A404-45DA-9AF2-A82E96385F0A}" dt="2026-03-24T12:16:55.351" v="114" actId="14100"/>
          <ac:picMkLst>
            <pc:docMk/>
            <pc:sldMk cId="3071840102" sldId="580"/>
            <ac:picMk id="2" creationId="{C08D3EB0-D4A7-D817-1524-C035F2189623}"/>
          </ac:picMkLst>
        </pc:picChg>
        <pc:picChg chg="del">
          <ac:chgData name="Jorge Palacio" userId="fa44e9895357931b" providerId="LiveId" clId="{FD0A1637-A404-45DA-9AF2-A82E96385F0A}" dt="2026-03-24T12:16:08.691" v="74" actId="478"/>
          <ac:picMkLst>
            <pc:docMk/>
            <pc:sldMk cId="3071840102" sldId="580"/>
            <ac:picMk id="5" creationId="{B4D25B09-C185-B96A-99C5-9F2A9F9C6819}"/>
          </ac:picMkLst>
        </pc:picChg>
      </pc:sldChg>
      <pc:sldChg chg="addSp delSp modSp add mod">
        <pc:chgData name="Jorge Palacio" userId="fa44e9895357931b" providerId="LiveId" clId="{FD0A1637-A404-45DA-9AF2-A82E96385F0A}" dt="2026-03-24T12:18:17.217" v="155" actId="1076"/>
        <pc:sldMkLst>
          <pc:docMk/>
          <pc:sldMk cId="611118237" sldId="581"/>
        </pc:sldMkLst>
        <pc:spChg chg="mod">
          <ac:chgData name="Jorge Palacio" userId="fa44e9895357931b" providerId="LiveId" clId="{FD0A1637-A404-45DA-9AF2-A82E96385F0A}" dt="2026-03-24T12:17:21.886" v="150" actId="20577"/>
          <ac:spMkLst>
            <pc:docMk/>
            <pc:sldMk cId="611118237" sldId="581"/>
            <ac:spMk id="4" creationId="{ECECFCBD-39D9-660F-EF22-00525FA67ADB}"/>
          </ac:spMkLst>
        </pc:spChg>
        <pc:picChg chg="del mod">
          <ac:chgData name="Jorge Palacio" userId="fa44e9895357931b" providerId="LiveId" clId="{FD0A1637-A404-45DA-9AF2-A82E96385F0A}" dt="2026-03-24T12:17:04.871" v="117" actId="478"/>
          <ac:picMkLst>
            <pc:docMk/>
            <pc:sldMk cId="611118237" sldId="581"/>
            <ac:picMk id="2" creationId="{995FCB5A-9497-4003-095F-937FC43730F0}"/>
          </ac:picMkLst>
        </pc:picChg>
        <pc:picChg chg="add mod">
          <ac:chgData name="Jorge Palacio" userId="fa44e9895357931b" providerId="LiveId" clId="{FD0A1637-A404-45DA-9AF2-A82E96385F0A}" dt="2026-03-24T12:18:17.217" v="155" actId="1076"/>
          <ac:picMkLst>
            <pc:docMk/>
            <pc:sldMk cId="611118237" sldId="581"/>
            <ac:picMk id="5" creationId="{AAD2BF57-D2CD-F735-BE55-3DCDC939F600}"/>
          </ac:picMkLst>
        </pc:picChg>
      </pc:sldChg>
      <pc:sldChg chg="addSp delSp modSp add mod">
        <pc:chgData name="Jorge Palacio" userId="fa44e9895357931b" providerId="LiveId" clId="{FD0A1637-A404-45DA-9AF2-A82E96385F0A}" dt="2026-03-24T12:19:47.771" v="161" actId="1076"/>
        <pc:sldMkLst>
          <pc:docMk/>
          <pc:sldMk cId="3208526954" sldId="582"/>
        </pc:sldMkLst>
        <pc:picChg chg="add mod">
          <ac:chgData name="Jorge Palacio" userId="fa44e9895357931b" providerId="LiveId" clId="{FD0A1637-A404-45DA-9AF2-A82E96385F0A}" dt="2026-03-24T12:19:47.771" v="161" actId="1076"/>
          <ac:picMkLst>
            <pc:docMk/>
            <pc:sldMk cId="3208526954" sldId="582"/>
            <ac:picMk id="3" creationId="{2FC0153E-3D21-FCB4-C9CB-1689DE79B47B}"/>
          </ac:picMkLst>
        </pc:picChg>
        <pc:picChg chg="del">
          <ac:chgData name="Jorge Palacio" userId="fa44e9895357931b" providerId="LiveId" clId="{FD0A1637-A404-45DA-9AF2-A82E96385F0A}" dt="2026-03-24T12:19:40.402" v="157" actId="478"/>
          <ac:picMkLst>
            <pc:docMk/>
            <pc:sldMk cId="3208526954" sldId="582"/>
            <ac:picMk id="5" creationId="{02F09BD7-5AE9-B4F4-532C-39605AFF9BAA}"/>
          </ac:picMkLst>
        </pc:picChg>
      </pc:sldChg>
      <pc:sldChg chg="add del ord setBg">
        <pc:chgData name="Jorge Palacio" userId="fa44e9895357931b" providerId="LiveId" clId="{FD0A1637-A404-45DA-9AF2-A82E96385F0A}" dt="2026-03-24T12:21:09.345" v="169" actId="47"/>
        <pc:sldMkLst>
          <pc:docMk/>
          <pc:sldMk cId="1183110999" sldId="583"/>
        </pc:sldMkLst>
      </pc:sldChg>
      <pc:sldChg chg="add setBg">
        <pc:chgData name="Jorge Palacio" userId="fa44e9895357931b" providerId="LiveId" clId="{FD0A1637-A404-45DA-9AF2-A82E96385F0A}" dt="2026-03-24T12:21:07.830" v="168"/>
        <pc:sldMkLst>
          <pc:docMk/>
          <pc:sldMk cId="769690307" sldId="584"/>
        </pc:sldMkLst>
      </pc:sldChg>
      <pc:sldChg chg="addSp delSp modSp add mod ord">
        <pc:chgData name="Jorge Palacio" userId="fa44e9895357931b" providerId="LiveId" clId="{FD0A1637-A404-45DA-9AF2-A82E96385F0A}" dt="2026-03-24T12:30:05.467" v="314" actId="1076"/>
        <pc:sldMkLst>
          <pc:docMk/>
          <pc:sldMk cId="2614786804" sldId="585"/>
        </pc:sldMkLst>
        <pc:spChg chg="mod">
          <ac:chgData name="Jorge Palacio" userId="fa44e9895357931b" providerId="LiveId" clId="{FD0A1637-A404-45DA-9AF2-A82E96385F0A}" dt="2026-03-24T12:22:00.454" v="205" actId="20577"/>
          <ac:spMkLst>
            <pc:docMk/>
            <pc:sldMk cId="2614786804" sldId="585"/>
            <ac:spMk id="4" creationId="{99EBFD6F-4EB4-8988-BEBA-758D40B6CC3D}"/>
          </ac:spMkLst>
        </pc:spChg>
        <pc:picChg chg="add mod">
          <ac:chgData name="Jorge Palacio" userId="fa44e9895357931b" providerId="LiveId" clId="{FD0A1637-A404-45DA-9AF2-A82E96385F0A}" dt="2026-03-24T12:30:00.561" v="311" actId="14100"/>
          <ac:picMkLst>
            <pc:docMk/>
            <pc:sldMk cId="2614786804" sldId="585"/>
            <ac:picMk id="3" creationId="{B8A94683-94BF-A43D-AF5E-A2F3F2E17272}"/>
          </ac:picMkLst>
        </pc:picChg>
        <pc:picChg chg="del">
          <ac:chgData name="Jorge Palacio" userId="fa44e9895357931b" providerId="LiveId" clId="{FD0A1637-A404-45DA-9AF2-A82E96385F0A}" dt="2026-03-24T12:22:02.500" v="206" actId="478"/>
          <ac:picMkLst>
            <pc:docMk/>
            <pc:sldMk cId="2614786804" sldId="585"/>
            <ac:picMk id="5" creationId="{3AAF70CD-98B0-F38B-A23C-810D0B5DB981}"/>
          </ac:picMkLst>
        </pc:picChg>
        <pc:picChg chg="add mod">
          <ac:chgData name="Jorge Palacio" userId="fa44e9895357931b" providerId="LiveId" clId="{FD0A1637-A404-45DA-9AF2-A82E96385F0A}" dt="2026-03-24T12:22:56.519" v="214" actId="1076"/>
          <ac:picMkLst>
            <pc:docMk/>
            <pc:sldMk cId="2614786804" sldId="585"/>
            <ac:picMk id="7" creationId="{7D89B3A7-D325-1DA1-07B8-D08BCEB68F95}"/>
          </ac:picMkLst>
        </pc:picChg>
        <pc:picChg chg="add mod">
          <ac:chgData name="Jorge Palacio" userId="fa44e9895357931b" providerId="LiveId" clId="{FD0A1637-A404-45DA-9AF2-A82E96385F0A}" dt="2026-03-24T12:25:28.938" v="235" actId="1076"/>
          <ac:picMkLst>
            <pc:docMk/>
            <pc:sldMk cId="2614786804" sldId="585"/>
            <ac:picMk id="9" creationId="{0E4A64B0-4434-200C-59B0-C6CE7C12E2B9}"/>
          </ac:picMkLst>
        </pc:picChg>
        <pc:picChg chg="add mod">
          <ac:chgData name="Jorge Palacio" userId="fa44e9895357931b" providerId="LiveId" clId="{FD0A1637-A404-45DA-9AF2-A82E96385F0A}" dt="2026-03-24T12:25:31.796" v="238" actId="1076"/>
          <ac:picMkLst>
            <pc:docMk/>
            <pc:sldMk cId="2614786804" sldId="585"/>
            <ac:picMk id="11" creationId="{4D0C0442-FE2B-EB5E-1C88-985343333FC4}"/>
          </ac:picMkLst>
        </pc:picChg>
        <pc:picChg chg="add mod">
          <ac:chgData name="Jorge Palacio" userId="fa44e9895357931b" providerId="LiveId" clId="{FD0A1637-A404-45DA-9AF2-A82E96385F0A}" dt="2026-03-24T12:23:59.724" v="225" actId="1076"/>
          <ac:picMkLst>
            <pc:docMk/>
            <pc:sldMk cId="2614786804" sldId="585"/>
            <ac:picMk id="13" creationId="{6473EB7C-4165-8542-A455-5B946965382D}"/>
          </ac:picMkLst>
        </pc:picChg>
        <pc:picChg chg="add mod">
          <ac:chgData name="Jorge Palacio" userId="fa44e9895357931b" providerId="LiveId" clId="{FD0A1637-A404-45DA-9AF2-A82E96385F0A}" dt="2026-03-24T12:24:56.499" v="229" actId="1076"/>
          <ac:picMkLst>
            <pc:docMk/>
            <pc:sldMk cId="2614786804" sldId="585"/>
            <ac:picMk id="15" creationId="{137C2C52-C991-A892-1CAE-C8575ADC29F8}"/>
          </ac:picMkLst>
        </pc:picChg>
        <pc:picChg chg="add mod">
          <ac:chgData name="Jorge Palacio" userId="fa44e9895357931b" providerId="LiveId" clId="{FD0A1637-A404-45DA-9AF2-A82E96385F0A}" dt="2026-03-24T12:25:57.940" v="246" actId="1076"/>
          <ac:picMkLst>
            <pc:docMk/>
            <pc:sldMk cId="2614786804" sldId="585"/>
            <ac:picMk id="17" creationId="{0AE8D79B-7445-69F5-F096-307EA352C15F}"/>
          </ac:picMkLst>
        </pc:picChg>
        <pc:picChg chg="add mod">
          <ac:chgData name="Jorge Palacio" userId="fa44e9895357931b" providerId="LiveId" clId="{FD0A1637-A404-45DA-9AF2-A82E96385F0A}" dt="2026-03-24T12:26:00.180" v="248" actId="1076"/>
          <ac:picMkLst>
            <pc:docMk/>
            <pc:sldMk cId="2614786804" sldId="585"/>
            <ac:picMk id="19" creationId="{FC1491D5-1F0A-5EE6-0C61-0B556098FF75}"/>
          </ac:picMkLst>
        </pc:picChg>
        <pc:picChg chg="add del mod">
          <ac:chgData name="Jorge Palacio" userId="fa44e9895357931b" providerId="LiveId" clId="{FD0A1637-A404-45DA-9AF2-A82E96385F0A}" dt="2026-03-24T12:28:33.092" v="265" actId="478"/>
          <ac:picMkLst>
            <pc:docMk/>
            <pc:sldMk cId="2614786804" sldId="585"/>
            <ac:picMk id="21" creationId="{74A556EC-DE9A-1B80-6193-1F637001608F}"/>
          </ac:picMkLst>
        </pc:picChg>
        <pc:picChg chg="add mod">
          <ac:chgData name="Jorge Palacio" userId="fa44e9895357931b" providerId="LiveId" clId="{FD0A1637-A404-45DA-9AF2-A82E96385F0A}" dt="2026-03-24T12:29:35.895" v="307" actId="1076"/>
          <ac:picMkLst>
            <pc:docMk/>
            <pc:sldMk cId="2614786804" sldId="585"/>
            <ac:picMk id="23" creationId="{A44BE1BE-7021-3A06-FA51-AFE17B074A76}"/>
          </ac:picMkLst>
        </pc:picChg>
        <pc:picChg chg="add mod">
          <ac:chgData name="Jorge Palacio" userId="fa44e9895357931b" providerId="LiveId" clId="{FD0A1637-A404-45DA-9AF2-A82E96385F0A}" dt="2026-03-24T12:30:05.467" v="314" actId="1076"/>
          <ac:picMkLst>
            <pc:docMk/>
            <pc:sldMk cId="2614786804" sldId="585"/>
            <ac:picMk id="25" creationId="{2E5BE40A-E1DF-2004-2778-4A82F0668F1D}"/>
          </ac:picMkLst>
        </pc:picChg>
      </pc:sldChg>
      <pc:sldChg chg="delSp modSp add mod">
        <pc:chgData name="Jorge Palacio" userId="fa44e9895357931b" providerId="LiveId" clId="{FD0A1637-A404-45DA-9AF2-A82E96385F0A}" dt="2026-03-24T12:28:28.628" v="264" actId="1076"/>
        <pc:sldMkLst>
          <pc:docMk/>
          <pc:sldMk cId="1169100262" sldId="586"/>
        </pc:sldMkLst>
        <pc:picChg chg="del">
          <ac:chgData name="Jorge Palacio" userId="fa44e9895357931b" providerId="LiveId" clId="{FD0A1637-A404-45DA-9AF2-A82E96385F0A}" dt="2026-03-24T12:28:18.405" v="252" actId="478"/>
          <ac:picMkLst>
            <pc:docMk/>
            <pc:sldMk cId="1169100262" sldId="586"/>
            <ac:picMk id="3" creationId="{A0C1C3E6-AD91-79E9-CA36-446F9C182F3B}"/>
          </ac:picMkLst>
        </pc:picChg>
        <pc:picChg chg="del mod">
          <ac:chgData name="Jorge Palacio" userId="fa44e9895357931b" providerId="LiveId" clId="{FD0A1637-A404-45DA-9AF2-A82E96385F0A}" dt="2026-03-24T12:28:21.471" v="257" actId="478"/>
          <ac:picMkLst>
            <pc:docMk/>
            <pc:sldMk cId="1169100262" sldId="586"/>
            <ac:picMk id="7" creationId="{4EA1FD89-5A16-C5EB-C4E4-1998284CE3BD}"/>
          </ac:picMkLst>
        </pc:picChg>
        <pc:picChg chg="del">
          <ac:chgData name="Jorge Palacio" userId="fa44e9895357931b" providerId="LiveId" clId="{FD0A1637-A404-45DA-9AF2-A82E96385F0A}" dt="2026-03-24T12:28:20.929" v="255" actId="478"/>
          <ac:picMkLst>
            <pc:docMk/>
            <pc:sldMk cId="1169100262" sldId="586"/>
            <ac:picMk id="9" creationId="{C1E469EE-74F2-4841-91DE-61830BF6E655}"/>
          </ac:picMkLst>
        </pc:picChg>
        <pc:picChg chg="del">
          <ac:chgData name="Jorge Palacio" userId="fa44e9895357931b" providerId="LiveId" clId="{FD0A1637-A404-45DA-9AF2-A82E96385F0A}" dt="2026-03-24T12:28:22.147" v="258" actId="478"/>
          <ac:picMkLst>
            <pc:docMk/>
            <pc:sldMk cId="1169100262" sldId="586"/>
            <ac:picMk id="11" creationId="{8CAF6A8C-BE94-FA38-9D57-7274B0480094}"/>
          </ac:picMkLst>
        </pc:picChg>
        <pc:picChg chg="del">
          <ac:chgData name="Jorge Palacio" userId="fa44e9895357931b" providerId="LiveId" clId="{FD0A1637-A404-45DA-9AF2-A82E96385F0A}" dt="2026-03-24T12:28:23.255" v="260" actId="478"/>
          <ac:picMkLst>
            <pc:docMk/>
            <pc:sldMk cId="1169100262" sldId="586"/>
            <ac:picMk id="13" creationId="{514C3BA3-B6DA-099E-6CA7-4CE913D231C2}"/>
          </ac:picMkLst>
        </pc:picChg>
        <pc:picChg chg="del">
          <ac:chgData name="Jorge Palacio" userId="fa44e9895357931b" providerId="LiveId" clId="{FD0A1637-A404-45DA-9AF2-A82E96385F0A}" dt="2026-03-24T12:28:23.826" v="261" actId="478"/>
          <ac:picMkLst>
            <pc:docMk/>
            <pc:sldMk cId="1169100262" sldId="586"/>
            <ac:picMk id="15" creationId="{C8AD2083-5723-FF80-50F5-AE39E7028566}"/>
          </ac:picMkLst>
        </pc:picChg>
        <pc:picChg chg="del">
          <ac:chgData name="Jorge Palacio" userId="fa44e9895357931b" providerId="LiveId" clId="{FD0A1637-A404-45DA-9AF2-A82E96385F0A}" dt="2026-03-24T12:28:22.730" v="259" actId="478"/>
          <ac:picMkLst>
            <pc:docMk/>
            <pc:sldMk cId="1169100262" sldId="586"/>
            <ac:picMk id="17" creationId="{78A257A2-6364-7750-A5A1-68AAA2FB795D}"/>
          </ac:picMkLst>
        </pc:picChg>
        <pc:picChg chg="del">
          <ac:chgData name="Jorge Palacio" userId="fa44e9895357931b" providerId="LiveId" clId="{FD0A1637-A404-45DA-9AF2-A82E96385F0A}" dt="2026-03-24T12:28:20.453" v="254" actId="478"/>
          <ac:picMkLst>
            <pc:docMk/>
            <pc:sldMk cId="1169100262" sldId="586"/>
            <ac:picMk id="19" creationId="{FB2A322C-2BD6-C7DF-4D32-AEE6D9226D14}"/>
          </ac:picMkLst>
        </pc:picChg>
        <pc:picChg chg="mod">
          <ac:chgData name="Jorge Palacio" userId="fa44e9895357931b" providerId="LiveId" clId="{FD0A1637-A404-45DA-9AF2-A82E96385F0A}" dt="2026-03-24T12:28:28.628" v="264" actId="1076"/>
          <ac:picMkLst>
            <pc:docMk/>
            <pc:sldMk cId="1169100262" sldId="586"/>
            <ac:picMk id="21" creationId="{FCB17E95-8BF3-9F31-CF8B-31F80C8C1E18}"/>
          </ac:picMkLst>
        </pc:picChg>
      </pc:sldChg>
      <pc:sldChg chg="modSp add mod ord setBg">
        <pc:chgData name="Jorge Palacio" userId="fa44e9895357931b" providerId="LiveId" clId="{FD0A1637-A404-45DA-9AF2-A82E96385F0A}" dt="2026-03-24T12:28:55.515" v="302" actId="20577"/>
        <pc:sldMkLst>
          <pc:docMk/>
          <pc:sldMk cId="2459055997" sldId="587"/>
        </pc:sldMkLst>
        <pc:spChg chg="mod">
          <ac:chgData name="Jorge Palacio" userId="fa44e9895357931b" providerId="LiveId" clId="{FD0A1637-A404-45DA-9AF2-A82E96385F0A}" dt="2026-03-24T12:28:55.515" v="302" actId="20577"/>
          <ac:spMkLst>
            <pc:docMk/>
            <pc:sldMk cId="2459055997" sldId="587"/>
            <ac:spMk id="2" creationId="{9A257FF9-ACF5-DFE3-11CB-4C8D7752F32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975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6617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0098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1341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1182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4797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80973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231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57728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6382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9751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1471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C34FF-89E7-47C7-3A37-78FFB8A6E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1364D8E-78B6-07F8-68E4-61B3214D3D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76" t="22927" r="24976" b="22927"/>
          <a:stretch/>
        </p:blipFill>
        <p:spPr>
          <a:xfrm>
            <a:off x="10207572" y="1055213"/>
            <a:ext cx="923111" cy="90876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802C029-25AE-EAC0-B2FF-C2F8E61FB8C5}"/>
              </a:ext>
            </a:extLst>
          </p:cNvPr>
          <p:cNvSpPr txBox="1"/>
          <p:nvPr/>
        </p:nvSpPr>
        <p:spPr>
          <a:xfrm>
            <a:off x="391886" y="296863"/>
            <a:ext cx="317029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es-CO" sz="1000" b="1" dirty="0">
                <a:solidFill>
                  <a:srgbClr val="4D4D4C"/>
                </a:solidFill>
                <a:latin typeface="WORK SANS SEMIBOLD ROMAN" pitchFamily="2" charset="77"/>
                <a:cs typeface="Arial" panose="020B0604020202020204" pitchFamily="34" charset="0"/>
              </a:rPr>
              <a:t>Clasificación de la información: Pública reservada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E01B5FFD-6E06-2085-778A-5942FE149DE1}"/>
              </a:ext>
            </a:extLst>
          </p:cNvPr>
          <p:cNvSpPr txBox="1">
            <a:spLocks/>
          </p:cNvSpPr>
          <p:nvPr/>
        </p:nvSpPr>
        <p:spPr>
          <a:xfrm>
            <a:off x="1045101" y="2493779"/>
            <a:ext cx="9608385" cy="175432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CO" sz="5400" b="1" i="0" kern="1200">
                <a:solidFill>
                  <a:srgbClr val="40414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kumimoji="0" lang="es-ES" sz="3200" b="1" i="0" u="none" strike="noStrike" kern="1200" cap="none" spc="0" normalizeH="0" baseline="0" noProof="0" dirty="0">
              <a:ln>
                <a:noFill/>
              </a:ln>
              <a:solidFill>
                <a:srgbClr val="00AE00"/>
              </a:solidFill>
              <a:effectLst/>
              <a:uLnTx/>
              <a:uFillTx/>
              <a:latin typeface="Work Sans Bold" panose="020B0A04020102020204"/>
              <a:ea typeface="+mj-ea"/>
              <a:cs typeface="+mj-cs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987C6FB-ED7A-C800-3106-794BD5B487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7293" y="2423262"/>
            <a:ext cx="9144000" cy="2011476"/>
          </a:xfrm>
        </p:spPr>
        <p:txBody>
          <a:bodyPr>
            <a:noAutofit/>
          </a:bodyPr>
          <a:lstStyle/>
          <a:p>
            <a:r>
              <a:rPr lang="es-MX" sz="4000" b="1" dirty="0">
                <a:solidFill>
                  <a:schemeClr val="accent5"/>
                </a:solidFill>
                <a:latin typeface="Arial Bold" panose="020B0604020202020204" charset="0"/>
              </a:rPr>
              <a:t>Sistema Unificado para la Gestión de Donaciones y Voluntariado en la Fundación Sarmiento Meza. (Plataforma FUNSAMEZ)</a:t>
            </a:r>
            <a:endParaRPr lang="es-CO" sz="4000" b="1" dirty="0">
              <a:solidFill>
                <a:schemeClr val="accent5"/>
              </a:solidFill>
              <a:latin typeface="Arial Bol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519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520943-2C87-AB72-F9AC-6911C3152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0A85328-2E04-5FF7-E52C-67230750D2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76" t="22927" r="24976" b="22927"/>
          <a:stretch/>
        </p:blipFill>
        <p:spPr>
          <a:xfrm>
            <a:off x="10207572" y="1055213"/>
            <a:ext cx="923111" cy="90876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105566D-FFFE-065B-8429-B9A7DB23EFED}"/>
              </a:ext>
            </a:extLst>
          </p:cNvPr>
          <p:cNvSpPr txBox="1"/>
          <p:nvPr/>
        </p:nvSpPr>
        <p:spPr>
          <a:xfrm>
            <a:off x="391886" y="296863"/>
            <a:ext cx="317029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es-CO" sz="1000" b="1" dirty="0">
                <a:solidFill>
                  <a:srgbClr val="4D4D4C"/>
                </a:solidFill>
                <a:latin typeface="WORK SANS SEMIBOLD ROMAN" pitchFamily="2" charset="77"/>
                <a:cs typeface="Arial" panose="020B0604020202020204" pitchFamily="34" charset="0"/>
              </a:rPr>
              <a:t>Clasificación de la información: Pública reservada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9ABED025-C997-9ABC-24B8-DF253BD93BE5}"/>
              </a:ext>
            </a:extLst>
          </p:cNvPr>
          <p:cNvSpPr txBox="1">
            <a:spLocks/>
          </p:cNvSpPr>
          <p:nvPr/>
        </p:nvSpPr>
        <p:spPr>
          <a:xfrm>
            <a:off x="1045101" y="2493779"/>
            <a:ext cx="9608385" cy="175432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CO" sz="5400" b="1" i="0" kern="1200">
                <a:solidFill>
                  <a:srgbClr val="40414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kumimoji="0" lang="es-ES" sz="3200" b="1" i="0" u="none" strike="noStrike" kern="1200" cap="none" spc="0" normalizeH="0" baseline="0" noProof="0" dirty="0">
              <a:ln>
                <a:noFill/>
              </a:ln>
              <a:solidFill>
                <a:srgbClr val="00AE00"/>
              </a:solidFill>
              <a:effectLst/>
              <a:uLnTx/>
              <a:uFillTx/>
              <a:latin typeface="Work Sans Bold" panose="020B0A04020102020204"/>
              <a:ea typeface="+mj-ea"/>
              <a:cs typeface="+mj-cs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4571952-9476-413A-AE4B-F446664CFB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6092"/>
            <a:ext cx="9144000" cy="2002524"/>
          </a:xfrm>
        </p:spPr>
        <p:txBody>
          <a:bodyPr>
            <a:normAutofit fontScale="90000"/>
          </a:bodyPr>
          <a:lstStyle/>
          <a:p>
            <a:r>
              <a:rPr lang="es-MX" sz="3600" b="1" dirty="0">
                <a:solidFill>
                  <a:schemeClr val="accent5"/>
                </a:solidFill>
                <a:latin typeface="Arial Bold" panose="020B0604020202020204" charset="0"/>
              </a:rPr>
              <a:t>Sistema Unificado para la Gestión de Donaciones y Voluntariado en la Fundación Sarmiento Meza. (Plataforma FUNSAMEZ)</a:t>
            </a:r>
            <a:endParaRPr lang="es-CO" sz="3600" b="1" dirty="0">
              <a:solidFill>
                <a:schemeClr val="accent5"/>
              </a:solidFill>
              <a:latin typeface="Arial Bold" panose="020B060402020202020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F58A4A6-62E9-7D09-B325-D08D053AF7DE}"/>
              </a:ext>
            </a:extLst>
          </p:cNvPr>
          <p:cNvSpPr txBox="1"/>
          <p:nvPr/>
        </p:nvSpPr>
        <p:spPr>
          <a:xfrm>
            <a:off x="4513943" y="4248104"/>
            <a:ext cx="33673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5"/>
                </a:solidFill>
                <a:latin typeface="Arial Bold"/>
                <a:ea typeface="Arial Bold"/>
                <a:cs typeface="Arial Bold"/>
                <a:sym typeface="Arial Bold"/>
              </a:rPr>
              <a:t>APRENDICES</a:t>
            </a:r>
          </a:p>
          <a:p>
            <a:pPr algn="ctr"/>
            <a:r>
              <a:rPr lang="en-US" sz="1600" dirty="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Sebastián Becerra</a:t>
            </a:r>
          </a:p>
          <a:p>
            <a:pPr algn="ctr"/>
            <a:r>
              <a:rPr lang="en-US" sz="1600" dirty="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Yorgeliz  Villamarin </a:t>
            </a:r>
          </a:p>
          <a:p>
            <a:pPr algn="ctr"/>
            <a:r>
              <a:rPr lang="en-US" sz="1600" dirty="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Valentina Flórez </a:t>
            </a:r>
          </a:p>
          <a:p>
            <a:pPr algn="ctr"/>
            <a:r>
              <a:rPr lang="en-US" sz="1600" dirty="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Jorge Palacio</a:t>
            </a:r>
            <a:r>
              <a:rPr lang="en-US" sz="1600" b="1" dirty="0">
                <a:solidFill>
                  <a:srgbClr val="40404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A57A492-34B5-0EE7-DFCE-38EAC2479775}"/>
              </a:ext>
            </a:extLst>
          </p:cNvPr>
          <p:cNvSpPr txBox="1"/>
          <p:nvPr/>
        </p:nvSpPr>
        <p:spPr>
          <a:xfrm>
            <a:off x="4659086" y="5979886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solidFill>
                  <a:schemeClr val="accent5"/>
                </a:solidFill>
                <a:latin typeface="Arial Bold" panose="020B0604020202020204" charset="0"/>
              </a:rPr>
              <a:t>Marzo 2026</a:t>
            </a:r>
          </a:p>
        </p:txBody>
      </p:sp>
    </p:spTree>
    <p:extLst>
      <p:ext uri="{BB962C8B-B14F-4D97-AF65-F5344CB8AC3E}">
        <p14:creationId xmlns:p14="http://schemas.microsoft.com/office/powerpoint/2010/main" val="2942661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>
            <a:extLst>
              <a:ext uri="{FF2B5EF4-FFF2-40B4-BE49-F238E27FC236}">
                <a16:creationId xmlns:a16="http://schemas.microsoft.com/office/drawing/2014/main" id="{823B1C06-37EF-DD4D-6346-63D87E626D2A}"/>
              </a:ext>
            </a:extLst>
          </p:cNvPr>
          <p:cNvSpPr txBox="1">
            <a:spLocks/>
          </p:cNvSpPr>
          <p:nvPr/>
        </p:nvSpPr>
        <p:spPr>
          <a:xfrm>
            <a:off x="1357085" y="3183788"/>
            <a:ext cx="9477829" cy="49042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000" b="1" dirty="0">
                <a:solidFill>
                  <a:schemeClr val="accent5"/>
                </a:solidFill>
              </a:rPr>
              <a:t>l. </a:t>
            </a:r>
            <a:r>
              <a:rPr lang="es-CO" sz="6000" b="1" dirty="0">
                <a:solidFill>
                  <a:schemeClr val="accent5"/>
                </a:solidFill>
              </a:rPr>
              <a:t>FORMULACION DEL PROYECTO</a:t>
            </a:r>
          </a:p>
        </p:txBody>
      </p:sp>
    </p:spTree>
    <p:extLst>
      <p:ext uri="{BB962C8B-B14F-4D97-AF65-F5344CB8AC3E}">
        <p14:creationId xmlns:p14="http://schemas.microsoft.com/office/powerpoint/2010/main" val="1129184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FD238C-12A2-C71B-D6A2-EF249D09C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2728B2B-33C3-6671-7E02-833B55838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5"/>
                </a:solidFill>
                <a:latin typeface="Arial Bold" panose="020B0604020202020204" charset="0"/>
              </a:rPr>
              <a:t>Planteamiento del Problema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FBB4867-D016-FA48-A213-F2853DE7F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O" sz="2600" dirty="0">
                <a:solidFill>
                  <a:schemeClr val="accent5"/>
                </a:solidFill>
                <a:latin typeface="Arial Bold" panose="020B0604020202020204" charset="0"/>
              </a:rPr>
              <a:t>En Funsamez no existe un sistema unificado para gestionar donaciones y voluntariado, esto provoca:</a:t>
            </a:r>
          </a:p>
          <a:p>
            <a:r>
              <a:rPr lang="es-CO" sz="2600" dirty="0">
                <a:solidFill>
                  <a:schemeClr val="accent5"/>
                </a:solidFill>
                <a:latin typeface="Arial Bold" panose="020B0604020202020204" charset="0"/>
              </a:rPr>
              <a:t>Gestión dispersa en sus redes sociales.</a:t>
            </a:r>
          </a:p>
          <a:p>
            <a:r>
              <a:rPr lang="es-CO" sz="2600" dirty="0">
                <a:solidFill>
                  <a:schemeClr val="accent5"/>
                </a:solidFill>
                <a:latin typeface="Arial Bold" panose="020B0604020202020204" charset="0"/>
              </a:rPr>
              <a:t>Perdida de oportunidades de donación.</a:t>
            </a:r>
          </a:p>
          <a:p>
            <a:r>
              <a:rPr lang="es-CO" sz="2600" dirty="0">
                <a:solidFill>
                  <a:schemeClr val="accent5"/>
                </a:solidFill>
                <a:latin typeface="Arial Bold" panose="020B0604020202020204" charset="0"/>
              </a:rPr>
              <a:t>Falta de seguimiento y transparencia.</a:t>
            </a:r>
          </a:p>
          <a:p>
            <a:r>
              <a:rPr lang="es-CO" sz="2600" dirty="0">
                <a:solidFill>
                  <a:schemeClr val="accent5"/>
                </a:solidFill>
                <a:latin typeface="Arial Bold" panose="020B0604020202020204" charset="0"/>
              </a:rPr>
              <a:t>Mala asignación de voluntarios según sus habilidades e intereses.</a:t>
            </a:r>
          </a:p>
          <a:p>
            <a:pPr marL="0" indent="0">
              <a:buNone/>
            </a:pPr>
            <a:endParaRPr lang="es-CO" sz="2600" dirty="0">
              <a:solidFill>
                <a:schemeClr val="accent5"/>
              </a:solidFill>
              <a:latin typeface="Arial Bold" panose="020B0604020202020204" charset="0"/>
            </a:endParaRPr>
          </a:p>
          <a:p>
            <a:pPr marL="0" indent="0">
              <a:buNone/>
            </a:pPr>
            <a:r>
              <a:rPr lang="es-CO" sz="2600" dirty="0">
                <a:solidFill>
                  <a:schemeClr val="accent5"/>
                </a:solidFill>
                <a:latin typeface="Arial Bold" panose="020B0604020202020204" charset="0"/>
              </a:rPr>
              <a:t>Solución: Implementar una plataforma tecnológica que centralice la gestión de donaciones, voluntarios y reportes en tiempo real.</a:t>
            </a:r>
          </a:p>
        </p:txBody>
      </p:sp>
    </p:spTree>
    <p:extLst>
      <p:ext uri="{BB962C8B-B14F-4D97-AF65-F5344CB8AC3E}">
        <p14:creationId xmlns:p14="http://schemas.microsoft.com/office/powerpoint/2010/main" val="4241567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FC5436-0519-683A-681E-264489AF0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3360485-6D94-1CD5-03CC-9E7A1EC17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5"/>
                </a:solidFill>
                <a:latin typeface="Arial Bold" panose="020B0604020202020204" charset="0"/>
              </a:rPr>
              <a:t>Justificación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6D02269-0316-E6C9-C95F-BB5BE9054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 numCol="1">
            <a:normAutofit fontScale="92500"/>
          </a:bodyPr>
          <a:lstStyle/>
          <a:p>
            <a:pPr marL="0" indent="0">
              <a:buNone/>
            </a:pPr>
            <a:r>
              <a:rPr lang="es-MX" sz="2600" dirty="0">
                <a:solidFill>
                  <a:schemeClr val="accent5"/>
                </a:solidFill>
                <a:latin typeface="Arial Bold" panose="020B0604020202020204" charset="0"/>
              </a:rPr>
              <a:t>Se propone implementar una plataforma de software integral que consolide la administración de voluntarios, una base de donantes y voluntarios.</a:t>
            </a:r>
          </a:p>
          <a:p>
            <a:pPr marL="0" indent="0">
              <a:buNone/>
            </a:pPr>
            <a:endParaRPr lang="es-CO" sz="2600" dirty="0">
              <a:solidFill>
                <a:schemeClr val="accent5"/>
              </a:solidFill>
              <a:latin typeface="Arial Bold" panose="020B0604020202020204" charset="0"/>
            </a:endParaRPr>
          </a:p>
          <a:p>
            <a:pPr marL="0" indent="0">
              <a:buNone/>
            </a:pPr>
            <a:r>
              <a:rPr lang="es-CO" sz="2600" b="1" dirty="0">
                <a:solidFill>
                  <a:schemeClr val="accent5"/>
                </a:solidFill>
                <a:latin typeface="Arial Bold" panose="020B0604020202020204" charset="0"/>
              </a:rPr>
              <a:t>Necesidad</a:t>
            </a:r>
            <a:r>
              <a:rPr lang="es-CO" sz="2600" dirty="0">
                <a:solidFill>
                  <a:schemeClr val="accent5"/>
                </a:solidFill>
                <a:latin typeface="Arial Bold" panose="020B0604020202020204" charset="0"/>
              </a:rPr>
              <a:t>	</a:t>
            </a:r>
            <a:r>
              <a:rPr lang="es-CO" sz="2600" b="1" dirty="0">
                <a:solidFill>
                  <a:schemeClr val="accent5"/>
                </a:solidFill>
                <a:latin typeface="Arial Bold" panose="020B0604020202020204" charset="0"/>
              </a:rPr>
              <a:t>                                     Solución</a:t>
            </a:r>
          </a:p>
          <a:p>
            <a:pPr marL="0" indent="0">
              <a:buNone/>
            </a:pPr>
            <a:r>
              <a:rPr lang="es-CO" sz="2600" dirty="0">
                <a:solidFill>
                  <a:schemeClr val="accent5"/>
                </a:solidFill>
                <a:latin typeface="Arial Bold" panose="020B0604020202020204" charset="0"/>
              </a:rPr>
              <a:t>Información dispersa		    Unificación en un solo sistema	</a:t>
            </a:r>
          </a:p>
          <a:p>
            <a:pPr marL="0" indent="0">
              <a:buNone/>
            </a:pPr>
            <a:r>
              <a:rPr lang="es-CO" sz="2600" dirty="0">
                <a:solidFill>
                  <a:schemeClr val="accent5"/>
                </a:solidFill>
                <a:latin typeface="Arial Bold" panose="020B0604020202020204" charset="0"/>
              </a:rPr>
              <a:t>Mala asignación de voluntarios        Caracterización por roles y habilidades</a:t>
            </a:r>
          </a:p>
          <a:p>
            <a:pPr marL="0" indent="0">
              <a:buNone/>
            </a:pPr>
            <a:r>
              <a:rPr lang="es-CO" sz="2600" dirty="0">
                <a:solidFill>
                  <a:schemeClr val="accent5"/>
                </a:solidFill>
                <a:latin typeface="Arial Bold" panose="020B0604020202020204" charset="0"/>
              </a:rPr>
              <a:t>Decisiones lentas                              Datos centralizados yen tiempo real</a:t>
            </a:r>
          </a:p>
          <a:p>
            <a:pPr marL="0" indent="0">
              <a:buNone/>
            </a:pPr>
            <a:r>
              <a:rPr lang="es-CO" sz="2600" dirty="0">
                <a:solidFill>
                  <a:schemeClr val="accent5"/>
                </a:solidFill>
                <a:latin typeface="Arial Bold" panose="020B0604020202020204" charset="0"/>
              </a:rPr>
              <a:t>Desconfianza de donantes               Transparencia y reportes organizados</a:t>
            </a:r>
          </a:p>
          <a:p>
            <a:pPr marL="0" indent="0">
              <a:buNone/>
            </a:pPr>
            <a:r>
              <a:rPr lang="es-CO" sz="2600" dirty="0">
                <a:solidFill>
                  <a:schemeClr val="accent5"/>
                </a:solidFill>
                <a:latin typeface="Arial Bold" panose="020B0604020202020204" charset="0"/>
              </a:rPr>
              <a:t>Riesgos de datos sensibles              Datos protegidos</a:t>
            </a:r>
          </a:p>
          <a:p>
            <a:pPr marL="0" indent="0">
              <a:buNone/>
            </a:pPr>
            <a:endParaRPr lang="es-CO" sz="4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7372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59E5C6-ED7C-4A38-CF86-FDF0AE25E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5"/>
                </a:solidFill>
                <a:latin typeface="Arial Bold" panose="020B0604020202020204" charset="0"/>
              </a:rPr>
              <a:t>Objetivo General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CF9290-5EB1-14C3-EEDC-049ACFE5E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sz="2600" dirty="0">
                <a:solidFill>
                  <a:schemeClr val="accent5"/>
                </a:solidFill>
                <a:latin typeface="Arial Bold" panose="020B0604020202020204" charset="0"/>
              </a:rPr>
              <a:t>Desarrollar  e implementar una plataforma que optimice la gestión de voluntarios y donaciones de la </a:t>
            </a:r>
            <a:r>
              <a:rPr lang="es-MX" sz="2600" dirty="0" err="1">
                <a:solidFill>
                  <a:schemeClr val="accent5"/>
                </a:solidFill>
                <a:latin typeface="Arial Bold" panose="020B0604020202020204" charset="0"/>
              </a:rPr>
              <a:t>Funsamez</a:t>
            </a:r>
            <a:r>
              <a:rPr lang="es-MX" sz="2600" dirty="0">
                <a:solidFill>
                  <a:schemeClr val="accent5"/>
                </a:solidFill>
                <a:latin typeface="Arial Bold" panose="020B0604020202020204" charset="0"/>
              </a:rPr>
              <a:t>, mejorando la eficiencia, transparencia e impacto social.</a:t>
            </a:r>
          </a:p>
        </p:txBody>
      </p:sp>
    </p:spTree>
    <p:extLst>
      <p:ext uri="{BB962C8B-B14F-4D97-AF65-F5344CB8AC3E}">
        <p14:creationId xmlns:p14="http://schemas.microsoft.com/office/powerpoint/2010/main" val="2654526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B62FB3-66E9-C1D1-F737-43D6B47C9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9722BB-30DB-1599-69C9-61D2A5704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5"/>
                </a:solidFill>
              </a:rPr>
              <a:t>Objetivos Específicos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C2BFBA-BCD6-87DD-E63F-6C3CD842D3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O" sz="2400" b="1" dirty="0">
                <a:solidFill>
                  <a:schemeClr val="accent5"/>
                </a:solidFill>
              </a:rPr>
              <a:t>Del proyecto:</a:t>
            </a:r>
          </a:p>
          <a:p>
            <a:r>
              <a:rPr lang="es-CO" sz="2400" dirty="0">
                <a:solidFill>
                  <a:schemeClr val="accent5"/>
                </a:solidFill>
              </a:rPr>
              <a:t>Gestión y asignación de voluntarios por habilidades</a:t>
            </a:r>
          </a:p>
          <a:p>
            <a:r>
              <a:rPr lang="es-CO" sz="2400" dirty="0">
                <a:solidFill>
                  <a:schemeClr val="accent5"/>
                </a:solidFill>
              </a:rPr>
              <a:t>Captación transparente de donaciones</a:t>
            </a:r>
          </a:p>
          <a:p>
            <a:r>
              <a:rPr lang="es-CO" sz="2400" dirty="0">
                <a:solidFill>
                  <a:schemeClr val="accent5"/>
                </a:solidFill>
              </a:rPr>
              <a:t>Coordinación eficiente  de actividades y recursos</a:t>
            </a:r>
          </a:p>
          <a:p>
            <a:r>
              <a:rPr lang="es-CO" sz="2400" dirty="0">
                <a:solidFill>
                  <a:schemeClr val="accent5"/>
                </a:solidFill>
              </a:rPr>
              <a:t>Transparencia en el uso de donaciones</a:t>
            </a:r>
          </a:p>
          <a:p>
            <a:r>
              <a:rPr lang="es-CO" sz="2400" dirty="0">
                <a:solidFill>
                  <a:schemeClr val="accent5"/>
                </a:solidFill>
              </a:rPr>
              <a:t>Mayor participación comunitaria</a:t>
            </a:r>
          </a:p>
          <a:p>
            <a:pPr marL="0" indent="0">
              <a:buNone/>
            </a:pPr>
            <a:endParaRPr lang="es-CO" sz="2400" dirty="0">
              <a:solidFill>
                <a:schemeClr val="accent5"/>
              </a:solidFill>
            </a:endParaRP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95B1DE6-682D-5543-7615-38594229E7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O" sz="2400" b="1" dirty="0">
                <a:solidFill>
                  <a:schemeClr val="accent5"/>
                </a:solidFill>
              </a:rPr>
              <a:t>Del Sistema:</a:t>
            </a:r>
          </a:p>
          <a:p>
            <a:r>
              <a:rPr lang="es-MX" sz="2400" dirty="0">
                <a:solidFill>
                  <a:schemeClr val="accent5"/>
                </a:solidFill>
              </a:rPr>
              <a:t>Plataforma digital unificada</a:t>
            </a:r>
          </a:p>
          <a:p>
            <a:r>
              <a:rPr lang="es-MX" sz="2400" dirty="0">
                <a:solidFill>
                  <a:schemeClr val="accent5"/>
                </a:solidFill>
              </a:rPr>
              <a:t>Inscripción y perfilamiento de voluntarios</a:t>
            </a:r>
          </a:p>
          <a:p>
            <a:r>
              <a:rPr lang="es-MX" sz="2400" dirty="0">
                <a:solidFill>
                  <a:schemeClr val="accent5"/>
                </a:solidFill>
              </a:rPr>
              <a:t>Gestión automatizada de donaciones</a:t>
            </a:r>
          </a:p>
          <a:p>
            <a:r>
              <a:rPr lang="es-MX" sz="2400" dirty="0">
                <a:solidFill>
                  <a:schemeClr val="accent5"/>
                </a:solidFill>
              </a:rPr>
              <a:t>Comunicación por notificaciones interactivas</a:t>
            </a:r>
          </a:p>
          <a:p>
            <a:r>
              <a:rPr lang="es-MX" sz="2400" dirty="0">
                <a:solidFill>
                  <a:schemeClr val="accent5"/>
                </a:solidFill>
              </a:rPr>
              <a:t>Protección de datos personales y financieros</a:t>
            </a:r>
          </a:p>
          <a:p>
            <a:r>
              <a:rPr lang="es-MX" sz="2400" dirty="0">
                <a:solidFill>
                  <a:schemeClr val="accent5"/>
                </a:solidFill>
              </a:rPr>
              <a:t>Interfaz intuitiva y multidispositivo</a:t>
            </a:r>
            <a:endParaRPr lang="es-CO" sz="24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401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12EFD-19E2-3151-607C-0BC855677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581D06B-7562-0B3E-D526-3F04B8A6E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5"/>
                </a:solidFill>
              </a:rPr>
              <a:t>Alcance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9E07CE19-52F4-86D7-BB90-D11FB0E36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2600" dirty="0">
                <a:solidFill>
                  <a:schemeClr val="accent5"/>
                </a:solidFill>
              </a:rPr>
              <a:t>Registro de voluntarios con perfil (habilidades, intereses y disponibilidad). </a:t>
            </a:r>
          </a:p>
          <a:p>
            <a:r>
              <a:rPr lang="es-MX" sz="2600" dirty="0">
                <a:solidFill>
                  <a:schemeClr val="accent5"/>
                </a:solidFill>
              </a:rPr>
              <a:t>Asignación automática de voluntarios a proyectos. </a:t>
            </a:r>
          </a:p>
          <a:p>
            <a:r>
              <a:rPr lang="es-MX" sz="2600" dirty="0">
                <a:solidFill>
                  <a:schemeClr val="accent5"/>
                </a:solidFill>
              </a:rPr>
              <a:t>Gestión centralizada (voluntarios, campañas y convocatorias). </a:t>
            </a:r>
          </a:p>
          <a:p>
            <a:r>
              <a:rPr lang="es-MX" sz="2600" dirty="0">
                <a:solidFill>
                  <a:schemeClr val="accent5"/>
                </a:solidFill>
              </a:rPr>
              <a:t>Sistema de </a:t>
            </a:r>
            <a:r>
              <a:rPr lang="es-MX" sz="2600" dirty="0">
                <a:solidFill>
                  <a:schemeClr val="accent5"/>
                </a:solidFill>
                <a:latin typeface="Arial Bold" panose="020B0604020202020204" charset="0"/>
              </a:rPr>
              <a:t>convocatorias con formularios dinámicos. </a:t>
            </a:r>
          </a:p>
          <a:p>
            <a:r>
              <a:rPr lang="es-MX" sz="2600" dirty="0">
                <a:solidFill>
                  <a:schemeClr val="accent5"/>
                </a:solidFill>
                <a:latin typeface="Arial Bold" panose="020B0604020202020204" charset="0"/>
              </a:rPr>
              <a:t>Módulo de donaciones con múltiples métodos de pago. </a:t>
            </a:r>
          </a:p>
          <a:p>
            <a:r>
              <a:rPr lang="es-MX" sz="2600" dirty="0">
                <a:solidFill>
                  <a:schemeClr val="accent5"/>
                </a:solidFill>
                <a:latin typeface="Arial Bold" panose="020B0604020202020204" charset="0"/>
              </a:rPr>
              <a:t>Reportes para garantizar transparencia financiera. </a:t>
            </a:r>
          </a:p>
          <a:p>
            <a:r>
              <a:rPr lang="es-MX" sz="2600" dirty="0">
                <a:solidFill>
                  <a:schemeClr val="accent5"/>
                </a:solidFill>
                <a:latin typeface="Arial Bold" panose="020B0604020202020204" charset="0"/>
              </a:rPr>
              <a:t>Interfaz fácil de usar y accesible.</a:t>
            </a:r>
          </a:p>
          <a:p>
            <a:pPr marL="0" indent="0">
              <a:buNone/>
            </a:pPr>
            <a:endParaRPr lang="es-CO" sz="26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60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582448-17CB-5BCB-EDC4-134059B3F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0FAC05C-B7FD-3CD2-C4B0-CED6D5959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5"/>
                </a:solidFill>
              </a:rPr>
              <a:t>Riesgos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FF50F847-FF54-A9A3-CC84-CD6678A7D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2600" dirty="0">
                <a:solidFill>
                  <a:schemeClr val="accent5"/>
                </a:solidFill>
              </a:rPr>
              <a:t>Deserción de integrantes del equipo.</a:t>
            </a:r>
          </a:p>
          <a:p>
            <a:r>
              <a:rPr lang="es-MX" sz="2600" dirty="0">
                <a:solidFill>
                  <a:schemeClr val="accent5"/>
                </a:solidFill>
              </a:rPr>
              <a:t>Abandono del proyecto por parte de FUNSAMEZ.</a:t>
            </a:r>
          </a:p>
          <a:p>
            <a:r>
              <a:rPr lang="es-MX" sz="2600" dirty="0">
                <a:solidFill>
                  <a:schemeClr val="accent5"/>
                </a:solidFill>
              </a:rPr>
              <a:t>Pérdida o daño de equipos tecnológicos.</a:t>
            </a:r>
          </a:p>
          <a:p>
            <a:r>
              <a:rPr lang="es-MX" sz="2600" dirty="0">
                <a:solidFill>
                  <a:schemeClr val="accent5"/>
                </a:solidFill>
              </a:rPr>
              <a:t>Fallos de software en etapas de entrega.</a:t>
            </a:r>
          </a:p>
          <a:p>
            <a:r>
              <a:rPr lang="es-MX" sz="2600" dirty="0">
                <a:solidFill>
                  <a:schemeClr val="accent5"/>
                </a:solidFill>
              </a:rPr>
              <a:t>Incumplimiento del cronograma.</a:t>
            </a:r>
          </a:p>
          <a:p>
            <a:r>
              <a:rPr lang="es-MX" sz="2600" dirty="0">
                <a:solidFill>
                  <a:schemeClr val="accent5"/>
                </a:solidFill>
              </a:rPr>
              <a:t>Resistencia al cambio por parte de FUNSAMEZ.</a:t>
            </a:r>
          </a:p>
          <a:p>
            <a:r>
              <a:rPr lang="es-MX" sz="2600" dirty="0">
                <a:solidFill>
                  <a:schemeClr val="accent5"/>
                </a:solidFill>
              </a:rPr>
              <a:t>Problemas de escalabilidad con el aumento de usuarios.</a:t>
            </a:r>
          </a:p>
          <a:p>
            <a:r>
              <a:rPr lang="es-MX" sz="2600" dirty="0">
                <a:solidFill>
                  <a:schemeClr val="accent5"/>
                </a:solidFill>
              </a:rPr>
              <a:t>Expectativas excesivas de los interesados.</a:t>
            </a:r>
          </a:p>
          <a:p>
            <a:r>
              <a:rPr lang="es-MX" sz="2600" dirty="0">
                <a:solidFill>
                  <a:schemeClr val="accent5"/>
                </a:solidFill>
              </a:rPr>
              <a:t>Incompatibilidad con herramientas existentes.</a:t>
            </a:r>
            <a:endParaRPr lang="es-CO" sz="26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509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0ED303-3E16-0F16-08A6-0F3B5EC40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DD0E1A4-77FD-8D25-5384-5054B896A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5"/>
                </a:solidFill>
              </a:rPr>
              <a:t>Restricciones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82188A3-53CA-0867-12B4-797021932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2600" dirty="0">
                <a:solidFill>
                  <a:schemeClr val="accent5"/>
                </a:solidFill>
              </a:rPr>
              <a:t>Tiempo limitado de desarrollo (24 meses).</a:t>
            </a:r>
          </a:p>
          <a:p>
            <a:r>
              <a:rPr lang="es-MX" sz="2600" dirty="0">
                <a:solidFill>
                  <a:schemeClr val="accent5"/>
                </a:solidFill>
              </a:rPr>
              <a:t>Equipo mínimo de 4 desarrolladores capacitados.</a:t>
            </a:r>
          </a:p>
          <a:p>
            <a:r>
              <a:rPr lang="es-MX" sz="2600" dirty="0">
                <a:solidFill>
                  <a:schemeClr val="accent5"/>
                </a:solidFill>
              </a:rPr>
              <a:t>Dependencia de hardware para su funcionamiento.</a:t>
            </a:r>
          </a:p>
          <a:p>
            <a:r>
              <a:rPr lang="es-MX" sz="2600" dirty="0">
                <a:solidFill>
                  <a:schemeClr val="accent5"/>
                </a:solidFill>
              </a:rPr>
              <a:t>Integración obligatoria con sistemas existentes.</a:t>
            </a:r>
          </a:p>
          <a:p>
            <a:r>
              <a:rPr lang="es-MX" sz="2600" dirty="0">
                <a:solidFill>
                  <a:schemeClr val="accent5"/>
                </a:solidFill>
              </a:rPr>
              <a:t>Accesibilidad para todo tipo de usuarios.</a:t>
            </a:r>
          </a:p>
          <a:p>
            <a:r>
              <a:rPr lang="es-MX" sz="2600" dirty="0">
                <a:solidFill>
                  <a:schemeClr val="accent5"/>
                </a:solidFill>
              </a:rPr>
              <a:t>Cumplimiento de normas de protección de datos.</a:t>
            </a:r>
          </a:p>
          <a:p>
            <a:r>
              <a:rPr lang="es-MX" sz="2600" dirty="0">
                <a:solidFill>
                  <a:schemeClr val="accent5"/>
                </a:solidFill>
              </a:rPr>
              <a:t>Límites de rendimiento y escalabilidad.</a:t>
            </a:r>
          </a:p>
          <a:p>
            <a:r>
              <a:rPr lang="es-MX" sz="2600" dirty="0">
                <a:solidFill>
                  <a:schemeClr val="accent5"/>
                </a:solidFill>
              </a:rPr>
              <a:t>Restricciones en mantenimiento y cumplimiento de estándares.</a:t>
            </a:r>
            <a:endParaRPr lang="es-CO" sz="26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553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2F0A07-2056-FDD7-6488-21E61426F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F5F0619-DE98-EB74-2233-238FD0148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5"/>
                </a:solidFill>
              </a:rPr>
              <a:t>Cronograma</a:t>
            </a:r>
          </a:p>
        </p:txBody>
      </p:sp>
      <p:pic>
        <p:nvPicPr>
          <p:cNvPr id="3" name="Marcador de contenido 2">
            <a:extLst>
              <a:ext uri="{FF2B5EF4-FFF2-40B4-BE49-F238E27FC236}">
                <a16:creationId xmlns:a16="http://schemas.microsoft.com/office/drawing/2014/main" id="{9E918EAF-3E96-D657-8C7C-6220EF5F7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17007" y="1690688"/>
            <a:ext cx="10357986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484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06853D-4DDC-3702-FE2B-A8FCD4AA9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>
            <a:extLst>
              <a:ext uri="{FF2B5EF4-FFF2-40B4-BE49-F238E27FC236}">
                <a16:creationId xmlns:a16="http://schemas.microsoft.com/office/drawing/2014/main" id="{307E4FDB-5AD1-A9BF-5730-646EE26A6CB5}"/>
              </a:ext>
            </a:extLst>
          </p:cNvPr>
          <p:cNvSpPr txBox="1">
            <a:spLocks/>
          </p:cNvSpPr>
          <p:nvPr/>
        </p:nvSpPr>
        <p:spPr>
          <a:xfrm>
            <a:off x="1524000" y="3220074"/>
            <a:ext cx="9144000" cy="41785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000" b="1" dirty="0">
                <a:solidFill>
                  <a:schemeClr val="accent5"/>
                </a:solidFill>
              </a:rPr>
              <a:t>II.</a:t>
            </a:r>
            <a:r>
              <a:rPr lang="es-CO" sz="6000" b="1" dirty="0">
                <a:solidFill>
                  <a:schemeClr val="accent5"/>
                </a:solidFill>
              </a:rPr>
              <a:t>ANALISIS</a:t>
            </a:r>
            <a:endParaRPr lang="es-CO" sz="6000" b="1" dirty="0"/>
          </a:p>
        </p:txBody>
      </p:sp>
    </p:spTree>
    <p:extLst>
      <p:ext uri="{BB962C8B-B14F-4D97-AF65-F5344CB8AC3E}">
        <p14:creationId xmlns:p14="http://schemas.microsoft.com/office/powerpoint/2010/main" val="2865736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492594-D192-4A81-7338-CE56084BE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EA2FCE-2674-885C-DB96-3B7115CA5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5"/>
                </a:solidFill>
              </a:rPr>
              <a:t>Ingeniería de Requisitos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AE5BF1-CACB-9AA8-9891-52662ABB56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O" sz="2400" dirty="0">
                <a:solidFill>
                  <a:schemeClr val="accent5"/>
                </a:solidFill>
              </a:rPr>
              <a:t>Elicitación de requisitos</a:t>
            </a:r>
          </a:p>
          <a:p>
            <a:pPr marL="0" indent="0">
              <a:buNone/>
            </a:pPr>
            <a:r>
              <a:rPr lang="es-MX" sz="2400" dirty="0">
                <a:solidFill>
                  <a:schemeClr val="accent5"/>
                </a:solidFill>
              </a:rPr>
              <a:t>Fuentes identificadas</a:t>
            </a:r>
          </a:p>
          <a:p>
            <a:r>
              <a:rPr lang="es-MX" sz="2400" dirty="0">
                <a:solidFill>
                  <a:schemeClr val="accent5"/>
                </a:solidFill>
              </a:rPr>
              <a:t>Junta directiva y estatutos de FUNSAMEZ</a:t>
            </a:r>
          </a:p>
          <a:p>
            <a:r>
              <a:rPr lang="es-MX" sz="2400" dirty="0">
                <a:solidFill>
                  <a:schemeClr val="accent5"/>
                </a:solidFill>
              </a:rPr>
              <a:t>Procesos internos de voluntariado, donaciones y proyectos</a:t>
            </a:r>
          </a:p>
          <a:p>
            <a:r>
              <a:rPr lang="es-MX" sz="2400" dirty="0">
                <a:solidFill>
                  <a:schemeClr val="accent5"/>
                </a:solidFill>
              </a:rPr>
              <a:t>Grupo de juventudes, red de emprendedores y redes sociales</a:t>
            </a:r>
          </a:p>
          <a:p>
            <a:endParaRPr lang="es-CO" sz="2400" dirty="0">
              <a:solidFill>
                <a:schemeClr val="accent5"/>
              </a:solidFill>
            </a:endParaRP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61BBC21-F548-028A-D897-ADFEC7D2E49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dirty="0">
                <a:solidFill>
                  <a:schemeClr val="accent5"/>
                </a:solidFill>
              </a:rPr>
              <a:t>Técnicas e instrumentos para elicitar</a:t>
            </a:r>
          </a:p>
          <a:p>
            <a:r>
              <a:rPr lang="es-MX" sz="2400" dirty="0">
                <a:solidFill>
                  <a:schemeClr val="accent5"/>
                </a:solidFill>
              </a:rPr>
              <a:t> 3 encuestas: información general, historias de usuario y priorización de requisitos</a:t>
            </a:r>
          </a:p>
          <a:p>
            <a:r>
              <a:rPr lang="es-MX" sz="2400" dirty="0">
                <a:solidFill>
                  <a:schemeClr val="accent5"/>
                </a:solidFill>
              </a:rPr>
              <a:t>2 entrevistas con directivos (presencial y virtual)</a:t>
            </a:r>
          </a:p>
          <a:p>
            <a:r>
              <a:rPr lang="es-MX" sz="2400" dirty="0">
                <a:solidFill>
                  <a:schemeClr val="accent5"/>
                </a:solidFill>
              </a:rPr>
              <a:t>Entrevista estructurada pendiente para validación</a:t>
            </a:r>
          </a:p>
          <a:p>
            <a:pPr marL="0" indent="0">
              <a:buNone/>
            </a:pPr>
            <a:endParaRPr lang="es-CO" sz="24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392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5F20B4-6595-1B46-ED37-F281F4E88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D8B4FEC-0920-F73A-9F61-98AE2A5EF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5"/>
                </a:solidFill>
              </a:rPr>
              <a:t>Matriz Stakeholders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E83DDBE4-6C8B-5ACE-371E-0220654E74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29278" y="1825625"/>
            <a:ext cx="473344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241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F7A6FF-8842-6983-ACD3-67F244FA4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44C7231-FD2E-6601-C344-239A354CB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5"/>
                </a:solidFill>
              </a:rPr>
              <a:t>Herramienta para la Captura de Requisitos</a:t>
            </a:r>
          </a:p>
        </p:txBody>
      </p:sp>
      <p:pic>
        <p:nvPicPr>
          <p:cNvPr id="3" name="Marcador de contenido 2">
            <a:extLst>
              <a:ext uri="{FF2B5EF4-FFF2-40B4-BE49-F238E27FC236}">
                <a16:creationId xmlns:a16="http://schemas.microsoft.com/office/drawing/2014/main" id="{57AC90F2-5B54-1E6A-09F6-F1BA042522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70743" y="2015097"/>
            <a:ext cx="8926286" cy="350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508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75C9EB-082C-E83F-4186-77AC40393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0DA5981F-4DF2-198E-0DEA-9768DF0A77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38513" y="1552312"/>
            <a:ext cx="9056915" cy="3919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379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C9C32E-36D5-167F-5E3A-7D995EFDE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F403BB9-3712-80B0-CB0B-42A2F6E8B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5"/>
                </a:solidFill>
              </a:rPr>
              <a:t>Requerimientos Funcionales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6C15AEB-7B42-1FBE-55B1-FE18AB1B7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C423850-6641-1842-15F6-7E7300D28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95" y="1690688"/>
            <a:ext cx="10903810" cy="386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394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EE4F49-7AC6-F8F5-C175-92A154F59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6B42CD0-B394-8A6F-31C0-BDCC51723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5"/>
                </a:solidFill>
              </a:rPr>
              <a:t>Requerimientos no Funcionales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451151F-6ADB-5BC7-F569-8173C892C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618" y="8429104"/>
            <a:ext cx="10393019" cy="4248411"/>
          </a:xfrm>
        </p:spPr>
        <p:txBody>
          <a:bodyPr/>
          <a:lstStyle/>
          <a:p>
            <a:pPr marL="0" indent="0">
              <a:buNone/>
            </a:pPr>
            <a:endParaRPr lang="es-CO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78E53AB-DD27-C83B-EEBD-B50183FF9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79278"/>
            <a:ext cx="10270437" cy="292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156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3F388-9542-A257-E041-060CE72DA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6D50B21-E63A-3A57-9D30-7A4491D26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5"/>
                </a:solidFill>
              </a:rPr>
              <a:t>Técnica de Priorización de Requisitos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7BFB593-FA19-4EB0-288F-4F0B242C0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sz="2600" dirty="0">
                <a:solidFill>
                  <a:schemeClr val="accent5"/>
                </a:solidFill>
              </a:rPr>
              <a:t>Resultado de la Priorización para las Historias de Usuario </a:t>
            </a:r>
          </a:p>
          <a:p>
            <a:endParaRPr lang="es-MX" sz="2600" dirty="0">
              <a:solidFill>
                <a:schemeClr val="accent5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76BD97D-1275-237B-ABAD-E2047289E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87" y="2677134"/>
            <a:ext cx="10212225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438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61A53-219F-299A-69F8-F884D5D8C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>
            <a:extLst>
              <a:ext uri="{FF2B5EF4-FFF2-40B4-BE49-F238E27FC236}">
                <a16:creationId xmlns:a16="http://schemas.microsoft.com/office/drawing/2014/main" id="{4BB3425D-BA91-DC68-394E-DAB68A35C169}"/>
              </a:ext>
            </a:extLst>
          </p:cNvPr>
          <p:cNvSpPr txBox="1">
            <a:spLocks/>
          </p:cNvSpPr>
          <p:nvPr/>
        </p:nvSpPr>
        <p:spPr>
          <a:xfrm>
            <a:off x="1357085" y="3205559"/>
            <a:ext cx="9477829" cy="44688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000" b="1" dirty="0">
                <a:solidFill>
                  <a:schemeClr val="accent5"/>
                </a:solidFill>
              </a:rPr>
              <a:t>lll. </a:t>
            </a:r>
            <a:r>
              <a:rPr lang="es-CO" sz="8000" b="1" dirty="0">
                <a:solidFill>
                  <a:schemeClr val="accent5"/>
                </a:solidFill>
              </a:rPr>
              <a:t>DISEÑO</a:t>
            </a:r>
          </a:p>
        </p:txBody>
      </p:sp>
    </p:spTree>
    <p:extLst>
      <p:ext uri="{BB962C8B-B14F-4D97-AF65-F5344CB8AC3E}">
        <p14:creationId xmlns:p14="http://schemas.microsoft.com/office/powerpoint/2010/main" val="7696903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574714-486A-ECEA-E055-55D5E00F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37E52DC-14A5-3320-193D-B735F0100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5"/>
                </a:solidFill>
              </a:rPr>
              <a:t>Casos de Usos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11439AC2-36B4-8B51-406C-6D748CDD0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7599" y="69933"/>
            <a:ext cx="3188380" cy="671813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3BC5226-3374-1E55-92B3-724DDA68F9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818" y="1985880"/>
            <a:ext cx="3876675" cy="3822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1234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A2D15-122F-81E5-F789-A338E06D1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A41BED0-D1DD-6B1D-6472-8CB08A4E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5"/>
                </a:solidFill>
              </a:rPr>
              <a:t>Casos de Usos tablas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74F6EA-C6E4-4F87-5366-1E4CD2F12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309" y="1498956"/>
            <a:ext cx="6738957" cy="418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6303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7C41C-B4FE-9F78-A8BA-9CD4D725E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23A4ADE-7212-61EB-764A-142EA0BCF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5"/>
                </a:solidFill>
              </a:rPr>
              <a:t>Casos de Usos tablas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1620D1C-71F0-273B-196D-47B17C623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044" y="1519177"/>
            <a:ext cx="6173061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7738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9AB60A-35FA-F4D8-12EC-08AC77029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4FE1B09-3100-C3D5-17F8-7E41D7E83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5"/>
                </a:solidFill>
              </a:rPr>
              <a:t>Mockups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51606416-BE4A-12CF-9CF0-C280546A7B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8BEDA05-2798-852D-C94A-63A10A845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312" y="1459865"/>
            <a:ext cx="10081376" cy="503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188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C47737-BFAA-C209-9E81-D3B421DDA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8441910-2296-A4B2-8A95-BCD2202B6B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B778960-B841-6A6C-B958-8A4EE5232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973455"/>
            <a:ext cx="10515600" cy="521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9075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B496C-618A-9AA3-265C-4E0CCDB41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1CB37E4-C826-C52C-D4A6-553D5646C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5"/>
                </a:solidFill>
              </a:rPr>
              <a:t>DISEÑO DE LA BASE DE DATOS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08D3EB0-D4A7-D817-1524-C035F21896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824" y="1264122"/>
            <a:ext cx="7264593" cy="539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401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E8F48-404C-F4A8-BE99-2ABD04A46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CECFCBD-39D9-660F-EF22-00525FA67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5"/>
                </a:solidFill>
              </a:rPr>
              <a:t>DISEÑO DE LA BASE DE DATOS  – TABLA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AD2BF57-D2CD-F735-BE55-3DCDC939F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241" y="1356327"/>
            <a:ext cx="6234800" cy="513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1182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011AB-E562-06B5-FD0B-4E9E7629C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59F4460-51E5-CD73-81C3-25A74E725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5"/>
                </a:solidFill>
              </a:rPr>
              <a:t>DISEÑO DE LA BASE DE DATOS  – TABLA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FC0153E-3D21-FCB4-C9CB-1689DE79B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928" y="1345183"/>
            <a:ext cx="8205472" cy="514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5269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622841-4139-939B-E4DE-D9F363887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>
            <a:extLst>
              <a:ext uri="{FF2B5EF4-FFF2-40B4-BE49-F238E27FC236}">
                <a16:creationId xmlns:a16="http://schemas.microsoft.com/office/drawing/2014/main" id="{99228C67-3FE8-6FE4-9B42-3D138057A78F}"/>
              </a:ext>
            </a:extLst>
          </p:cNvPr>
          <p:cNvSpPr txBox="1">
            <a:spLocks/>
          </p:cNvSpPr>
          <p:nvPr/>
        </p:nvSpPr>
        <p:spPr>
          <a:xfrm>
            <a:off x="1357085" y="3205559"/>
            <a:ext cx="9477829" cy="44688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000" b="1" dirty="0">
                <a:solidFill>
                  <a:schemeClr val="accent5"/>
                </a:solidFill>
              </a:rPr>
              <a:t>lll. </a:t>
            </a:r>
            <a:r>
              <a:rPr lang="es-CO" sz="6000" b="1" dirty="0">
                <a:solidFill>
                  <a:schemeClr val="accent5"/>
                </a:solidFill>
              </a:rPr>
              <a:t>Desarrollo</a:t>
            </a:r>
          </a:p>
        </p:txBody>
      </p:sp>
    </p:spTree>
    <p:extLst>
      <p:ext uri="{BB962C8B-B14F-4D97-AF65-F5344CB8AC3E}">
        <p14:creationId xmlns:p14="http://schemas.microsoft.com/office/powerpoint/2010/main" val="12943389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340FA-A259-C5D7-9331-EF62B976B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9EBFD6F-4EB4-8988-BEBA-758D40B6C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5"/>
                </a:solidFill>
              </a:rPr>
              <a:t>SOFTWARE USADO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8A94683-94BF-A43D-AF5E-A2F3F2E17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27595"/>
            <a:ext cx="2621280" cy="137605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D89B3A7-D325-1DA1-07B8-D08BCEB68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961" y="1063835"/>
            <a:ext cx="2865120" cy="253985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E4A64B0-4434-200C-59B0-C6CE7C12E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66" y="4060176"/>
            <a:ext cx="2313841" cy="171622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D0C0442-FE2B-EB5E-1C88-985343333F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129" y="3873372"/>
            <a:ext cx="1634784" cy="137894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473EB7C-4165-8542-A455-5B94696538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7102" y="710447"/>
            <a:ext cx="2448279" cy="241697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37C2C52-C991-A892-1CAE-C8575ADC29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8543" y="4259999"/>
            <a:ext cx="2718591" cy="992315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0AE8D79B-7445-69F5-F096-307EA352C1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4206" y="3938080"/>
            <a:ext cx="2076923" cy="185608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FC1491D5-1F0A-5EE6-0C61-0B556098FF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79422" y="5243887"/>
            <a:ext cx="1491727" cy="1458577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A44BE1BE-7021-3A06-FA51-AFE17B074A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0036" y="5521998"/>
            <a:ext cx="2718591" cy="1125666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2E5BE40A-E1DF-2004-2778-4A82F0668F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4206" y="1690688"/>
            <a:ext cx="1402669" cy="139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7868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97472-992F-CBED-268E-338573E09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>
            <a:extLst>
              <a:ext uri="{FF2B5EF4-FFF2-40B4-BE49-F238E27FC236}">
                <a16:creationId xmlns:a16="http://schemas.microsoft.com/office/drawing/2014/main" id="{9A257FF9-ACF5-DFE3-11CB-4C8D7752F327}"/>
              </a:ext>
            </a:extLst>
          </p:cNvPr>
          <p:cNvSpPr txBox="1">
            <a:spLocks/>
          </p:cNvSpPr>
          <p:nvPr/>
        </p:nvSpPr>
        <p:spPr>
          <a:xfrm>
            <a:off x="1357085" y="3205559"/>
            <a:ext cx="9477829" cy="44688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000" b="1" dirty="0">
                <a:solidFill>
                  <a:schemeClr val="accent5"/>
                </a:solidFill>
              </a:rPr>
              <a:t>lll. IMPLEMENTACIÓN</a:t>
            </a:r>
            <a:endParaRPr lang="es-CO" sz="60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0559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36DCF-6038-16C7-8286-E40C60274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39DD108-7FFB-FD50-54D7-329F4C369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5"/>
                </a:solidFill>
              </a:rPr>
              <a:t>SOFTWARE USADO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FCB17E95-8BF3-9F31-CF8B-31F80C8C1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617" y="1344992"/>
            <a:ext cx="5106766" cy="514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1002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626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Personalizado 1">
      <a:dk1>
        <a:srgbClr val="39A900"/>
      </a:dk1>
      <a:lt1>
        <a:sysClr val="window" lastClr="FFFFFF"/>
      </a:lt1>
      <a:dk2>
        <a:srgbClr val="00304D"/>
      </a:dk2>
      <a:lt2>
        <a:srgbClr val="F6F6F6"/>
      </a:lt2>
      <a:accent1>
        <a:srgbClr val="007832"/>
      </a:accent1>
      <a:accent2>
        <a:srgbClr val="71127A"/>
      </a:accent2>
      <a:accent3>
        <a:srgbClr val="50E5F9"/>
      </a:accent3>
      <a:accent4>
        <a:srgbClr val="FDC300"/>
      </a:accent4>
      <a:accent5>
        <a:srgbClr val="000000"/>
      </a:accent5>
      <a:accent6>
        <a:srgbClr val="70AD47"/>
      </a:accent6>
      <a:hlink>
        <a:srgbClr val="0563C1"/>
      </a:hlink>
      <a:folHlink>
        <a:srgbClr val="71127A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5f8eb7a-01ec-4c57-a9e7-d99a6f28f326">
      <Terms xmlns="http://schemas.microsoft.com/office/infopath/2007/PartnerControls"/>
    </lcf76f155ced4ddcb4097134ff3c332f>
    <TaxCatchAll xmlns="a04ecd5a-a209-4770-b35c-2ef7177a27c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C498A2056BBE41884A04D4FF5445B0" ma:contentTypeVersion="14" ma:contentTypeDescription="Create a new document." ma:contentTypeScope="" ma:versionID="561fef60e193cbdf758b6467ca5584fa">
  <xsd:schema xmlns:xsd="http://www.w3.org/2001/XMLSchema" xmlns:xs="http://www.w3.org/2001/XMLSchema" xmlns:p="http://schemas.microsoft.com/office/2006/metadata/properties" xmlns:ns2="25f8eb7a-01ec-4c57-a9e7-d99a6f28f326" xmlns:ns3="a04ecd5a-a209-4770-b35c-2ef7177a27c7" targetNamespace="http://schemas.microsoft.com/office/2006/metadata/properties" ma:root="true" ma:fieldsID="e53673d0875aef0eec356b293e87aa5c" ns2:_="" ns3:_="">
    <xsd:import namespace="25f8eb7a-01ec-4c57-a9e7-d99a6f28f326"/>
    <xsd:import namespace="a04ecd5a-a209-4770-b35c-2ef7177a27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8eb7a-01ec-4c57-a9e7-d99a6f28f3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d33c8c81-5745-4931-bcc4-c2aeafe867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4ecd5a-a209-4770-b35c-2ef7177a27c7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ac9cdba-c94c-42de-a335-ff220f4e11eb}" ma:internalName="TaxCatchAll" ma:showField="CatchAllData" ma:web="a04ecd5a-a209-4770-b35c-2ef7177a27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52CD68-7697-47BD-9E86-1603EB45EF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B0C12D-D781-4213-B721-946125ABE4BB}">
  <ds:schemaRefs>
    <ds:schemaRef ds:uri="http://schemas.microsoft.com/office/2006/metadata/properties"/>
    <ds:schemaRef ds:uri="http://schemas.microsoft.com/office/infopath/2007/PartnerControls"/>
    <ds:schemaRef ds:uri="25f8eb7a-01ec-4c57-a9e7-d99a6f28f326"/>
    <ds:schemaRef ds:uri="a04ecd5a-a209-4770-b35c-2ef7177a27c7"/>
  </ds:schemaRefs>
</ds:datastoreItem>
</file>

<file path=customXml/itemProps3.xml><?xml version="1.0" encoding="utf-8"?>
<ds:datastoreItem xmlns:ds="http://schemas.openxmlformats.org/officeDocument/2006/customXml" ds:itemID="{FF17C0D1-894D-454C-A152-F3E9C2CD68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f8eb7a-01ec-4c57-a9e7-d99a6f28f326"/>
    <ds:schemaRef ds:uri="a04ecd5a-a209-4770-b35c-2ef7177a27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4960</TotalTime>
  <Words>612</Words>
  <Application>Microsoft Office PowerPoint</Application>
  <PresentationFormat>Panorámica</PresentationFormat>
  <Paragraphs>101</Paragraphs>
  <Slides>33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40" baseType="lpstr">
      <vt:lpstr>Arial</vt:lpstr>
      <vt:lpstr>Arial Bold</vt:lpstr>
      <vt:lpstr>Calibri</vt:lpstr>
      <vt:lpstr>Calibri Light</vt:lpstr>
      <vt:lpstr>Work Sans Bold</vt:lpstr>
      <vt:lpstr>WORK SANS SEMIBOLD ROMAN</vt:lpstr>
      <vt:lpstr>Office 2013 - Tema de 2022</vt:lpstr>
      <vt:lpstr>Sistema Unificado para la Gestión de Donaciones y Voluntariado en la Fundación Sarmiento Meza. (Plataforma FUNSAMEZ)</vt:lpstr>
      <vt:lpstr>Sistema Unificado para la Gestión de Donaciones y Voluntariado en la Fundación Sarmiento Meza. (Plataforma FUNSAMEZ)</vt:lpstr>
      <vt:lpstr>Presentación de PowerPoint</vt:lpstr>
      <vt:lpstr>Planteamiento del Problema</vt:lpstr>
      <vt:lpstr>Justificación</vt:lpstr>
      <vt:lpstr>Objetivo General</vt:lpstr>
      <vt:lpstr>Objetivos Específicos</vt:lpstr>
      <vt:lpstr>Alcance</vt:lpstr>
      <vt:lpstr>Riesgos</vt:lpstr>
      <vt:lpstr>Restricciones</vt:lpstr>
      <vt:lpstr>Cronograma</vt:lpstr>
      <vt:lpstr>Presentación de PowerPoint</vt:lpstr>
      <vt:lpstr>Ingeniería de Requisitos</vt:lpstr>
      <vt:lpstr>Matriz Stakeholders</vt:lpstr>
      <vt:lpstr>Herramienta para la Captura de Requisitos</vt:lpstr>
      <vt:lpstr>Presentación de PowerPoint</vt:lpstr>
      <vt:lpstr>Requerimientos Funcionales</vt:lpstr>
      <vt:lpstr>Requerimientos no Funcionales</vt:lpstr>
      <vt:lpstr>Técnica de Priorización de Requisitos</vt:lpstr>
      <vt:lpstr>Presentación de PowerPoint</vt:lpstr>
      <vt:lpstr>Casos de Usos</vt:lpstr>
      <vt:lpstr>Casos de Usos tablas</vt:lpstr>
      <vt:lpstr>Casos de Usos tablas</vt:lpstr>
      <vt:lpstr>Mockups</vt:lpstr>
      <vt:lpstr>Presentación de PowerPoint</vt:lpstr>
      <vt:lpstr>DISEÑO DE LA BASE DE DATOS</vt:lpstr>
      <vt:lpstr>DISEÑO DE LA BASE DE DATOS  – TABLA</vt:lpstr>
      <vt:lpstr>DISEÑO DE LA BASE DE DATOS  – TABLA</vt:lpstr>
      <vt:lpstr>Presentación de PowerPoint</vt:lpstr>
      <vt:lpstr>SOFTWARE USADO</vt:lpstr>
      <vt:lpstr>Presentación de PowerPoint</vt:lpstr>
      <vt:lpstr>SOFTWARE USADO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Jorge Palacio</cp:lastModifiedBy>
  <cp:revision>119</cp:revision>
  <dcterms:created xsi:type="dcterms:W3CDTF">2020-10-01T23:51:28Z</dcterms:created>
  <dcterms:modified xsi:type="dcterms:W3CDTF">2026-03-24T12:30:12Z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2025-07-11T16:31:34Z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c6329c04-9ceb-4fca-88c8-0029777b3481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  <property fmtid="{D5CDD505-2E9C-101B-9397-08002B2CF9AE}" pid="10" name="ContentTypeId">
    <vt:lpwstr>0x010100DFC498A2056BBE41884A04D4FF5445B0</vt:lpwstr>
  </property>
  <property fmtid="{D5CDD505-2E9C-101B-9397-08002B2CF9AE}" pid="11" name="MediaServiceImageTags">
    <vt:lpwstr/>
  </property>
  <property fmtid="{D5CDD505-2E9C-101B-9397-08002B2CF9AE}" pid="12" name="Order">
    <vt:r8>194900</vt:r8>
  </property>
  <property fmtid="{D5CDD505-2E9C-101B-9397-08002B2CF9AE}" pid="13" name="xd_Signature">
    <vt:bool>false</vt:bool>
  </property>
  <property fmtid="{D5CDD505-2E9C-101B-9397-08002B2CF9AE}" pid="14" name="xd_ProgID">
    <vt:lpwstr/>
  </property>
  <property fmtid="{D5CDD505-2E9C-101B-9397-08002B2CF9AE}" pid="15" name="_SourceUrl">
    <vt:lpwstr/>
  </property>
  <property fmtid="{D5CDD505-2E9C-101B-9397-08002B2CF9AE}" pid="16" name="_SharedFileIndex">
    <vt:lpwstr/>
  </property>
  <property fmtid="{D5CDD505-2E9C-101B-9397-08002B2CF9AE}" pid="17" name="ComplianceAssetId">
    <vt:lpwstr/>
  </property>
  <property fmtid="{D5CDD505-2E9C-101B-9397-08002B2CF9AE}" pid="18" name="TemplateUrl">
    <vt:lpwstr/>
  </property>
  <property fmtid="{D5CDD505-2E9C-101B-9397-08002B2CF9AE}" pid="19" name="_ExtendedDescription">
    <vt:lpwstr/>
  </property>
  <property fmtid="{D5CDD505-2E9C-101B-9397-08002B2CF9AE}" pid="20" name="TriggerFlowInfo">
    <vt:lpwstr/>
  </property>
</Properties>
</file>